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13"/>
  </p:notesMasterIdLst>
  <p:handoutMasterIdLst>
    <p:handoutMasterId r:id="rId14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95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E51D080-0FA4-452C-BE9C-57B885F95115}" type="datetime1">
              <a:rPr lang="ru-RU" smtClean="0"/>
              <a:t>25.05.2026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68A2903-BD5A-4833-B0CA-AB5B8165171B}" type="datetime1">
              <a:rPr lang="ru-RU" smtClean="0"/>
              <a:t>25.05.2026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  <a:endParaRPr lang="en-US"/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lang="en-US"/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Подзаголовок 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  <a:cs typeface="FreesiaUPC" panose="020B0502040204020203" pitchFamily="34" charset="-34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Дата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D4DAEB3-2211-4CA3-9D23-0143FCF3926F}" type="datetime1">
              <a:rPr lang="ru-RU" smtClean="0"/>
              <a:t>25.05.2026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Номер слайда 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uk-UA"/>
              <a:t>Клацніть, щоб відредагувати стилі зразків тексту</a:t>
            </a:r>
          </a:p>
          <a:p>
            <a:pPr lvl="1" rtl="0"/>
            <a:r>
              <a:rPr lang="uk-UA"/>
              <a:t>Другий рівень</a:t>
            </a:r>
          </a:p>
          <a:p>
            <a:pPr lvl="2" rtl="0"/>
            <a:r>
              <a:rPr lang="uk-UA"/>
              <a:t>Третій рівень</a:t>
            </a:r>
          </a:p>
          <a:p>
            <a:pPr lvl="3" rtl="0"/>
            <a:r>
              <a:rPr lang="uk-UA"/>
              <a:t>Четвертий рівень</a:t>
            </a:r>
          </a:p>
          <a:p>
            <a:pPr lvl="4" rtl="0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E289488-0C23-4DC8-A9FA-240659547385}" type="datetime1">
              <a:rPr lang="ru-RU" smtClean="0"/>
              <a:t>25.05.2026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Номер слайда 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uk-UA"/>
              <a:t>Клацніть, щоб відредагувати стилі зразків тексту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Дата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3EFA117-2261-4A1D-8BE7-0B7E6A1366C0}" type="datetime1">
              <a:rPr lang="ru-RU" smtClean="0"/>
              <a:t>25.05.2026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uk-UA"/>
              <a:t>Клацніть, щоб відредагувати стилі зразків тексту</a:t>
            </a:r>
          </a:p>
          <a:p>
            <a:pPr lvl="1" rtl="0"/>
            <a:r>
              <a:rPr lang="uk-UA"/>
              <a:t>Другий рівень</a:t>
            </a:r>
          </a:p>
          <a:p>
            <a:pPr lvl="2" rtl="0"/>
            <a:r>
              <a:rPr lang="uk-UA"/>
              <a:t>Третій рівень</a:t>
            </a:r>
          </a:p>
          <a:p>
            <a:pPr lvl="3" rtl="0"/>
            <a:r>
              <a:rPr lang="uk-UA"/>
              <a:t>Четвертий рівень</a:t>
            </a:r>
          </a:p>
          <a:p>
            <a:pPr lvl="4" rtl="0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uk-UA"/>
              <a:t>Клацніть, щоб відредагувати стилі зразків тексту</a:t>
            </a:r>
          </a:p>
          <a:p>
            <a:pPr lvl="1" rtl="0"/>
            <a:r>
              <a:rPr lang="uk-UA"/>
              <a:t>Другий рівень</a:t>
            </a:r>
          </a:p>
          <a:p>
            <a:pPr lvl="2" rtl="0"/>
            <a:r>
              <a:rPr lang="uk-UA"/>
              <a:t>Третій рівень</a:t>
            </a:r>
          </a:p>
          <a:p>
            <a:pPr lvl="3" rtl="0"/>
            <a:r>
              <a:rPr lang="uk-UA"/>
              <a:t>Четвертий рівень</a:t>
            </a:r>
          </a:p>
          <a:p>
            <a:pPr lvl="4" rtl="0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59279E9-B6DA-4AB3-A7CE-B748E56BEA69}" type="datetime1">
              <a:rPr lang="ru-RU" smtClean="0"/>
              <a:t>25.05.2026</a:t>
            </a:fld>
            <a:endParaRPr lang="en-US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 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uk-UA"/>
              <a:t>Клацніть, щоб відредагувати стилі зразків тексту</a:t>
            </a:r>
          </a:p>
          <a:p>
            <a:pPr lvl="1" rtl="0"/>
            <a:r>
              <a:rPr lang="uk-UA"/>
              <a:t>Другий рівень</a:t>
            </a:r>
          </a:p>
          <a:p>
            <a:pPr lvl="2" rtl="0"/>
            <a:r>
              <a:rPr lang="uk-UA"/>
              <a:t>Третій рівень</a:t>
            </a:r>
          </a:p>
          <a:p>
            <a:pPr lvl="3" rtl="0"/>
            <a:r>
              <a:rPr lang="uk-UA"/>
              <a:t>Четвертий рівень</a:t>
            </a:r>
          </a:p>
          <a:p>
            <a:pPr lvl="4" rtl="0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uk-UA"/>
              <a:t>Клацніть, щоб відредагувати стилі зразків тексту</a:t>
            </a:r>
          </a:p>
          <a:p>
            <a:pPr lvl="1" rtl="0"/>
            <a:r>
              <a:rPr lang="uk-UA"/>
              <a:t>Другий рівень</a:t>
            </a:r>
          </a:p>
          <a:p>
            <a:pPr lvl="2" rtl="0"/>
            <a:r>
              <a:rPr lang="uk-UA"/>
              <a:t>Третій рівень</a:t>
            </a:r>
          </a:p>
          <a:p>
            <a:pPr lvl="3" rtl="0"/>
            <a:r>
              <a:rPr lang="uk-UA"/>
              <a:t>Четвертий рівень</a:t>
            </a:r>
          </a:p>
          <a:p>
            <a:pPr lvl="4" rtl="0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7CF7452-61A3-4CDC-ACAB-74E5B4A7EF57}" type="datetime1">
              <a:rPr lang="ru-RU" smtClean="0"/>
              <a:t>25.05.2026</a:t>
            </a:fld>
            <a:endParaRPr lang="en-US" dirty="0"/>
          </a:p>
        </p:txBody>
      </p:sp>
      <p:sp>
        <p:nvSpPr>
          <p:cNvPr id="11" name="Нижний колонтитул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Номер слайда 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4D00952-BE77-47A2-BE29-2226E2D6BB12}" type="datetime1">
              <a:rPr lang="ru-RU" smtClean="0"/>
              <a:t>25.05.2026</a:t>
            </a:fld>
            <a:endParaRPr lang="en-US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Номер слайда 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4D5EF43-AECB-4459-AE90-3AFB54138C76}" type="datetime1">
              <a:rPr lang="ru-RU" smtClean="0"/>
              <a:t>25.05.2026</a:t>
            </a:fld>
            <a:endParaRPr lang="en-US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Номер слайда 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 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uk-UA"/>
              <a:t>Клацніть, щоб відредагувати стилі зразків тексту</a:t>
            </a:r>
          </a:p>
          <a:p>
            <a:pPr lvl="1" rtl="0"/>
            <a:r>
              <a:rPr lang="uk-UA"/>
              <a:t>Другий рівень</a:t>
            </a:r>
          </a:p>
          <a:p>
            <a:pPr lvl="2" rtl="0"/>
            <a:r>
              <a:rPr lang="uk-UA"/>
              <a:t>Третій рівень</a:t>
            </a:r>
          </a:p>
          <a:p>
            <a:pPr lvl="3" rtl="0"/>
            <a:r>
              <a:rPr lang="uk-UA"/>
              <a:t>Четвертий рівень</a:t>
            </a:r>
          </a:p>
          <a:p>
            <a:pPr lvl="4" rtl="0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FD0FAC8F-653F-479B-B209-9F30C9091843}" type="datetime1">
              <a:rPr lang="ru-RU" smtClean="0"/>
              <a:t>25.05.2026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 rtl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Рисунок 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36FD9FC9-5FD1-4E3B-B719-212F55599717}" type="datetime1">
              <a:rPr lang="ru-RU" smtClean="0"/>
              <a:t>25.05.2026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uk-UA"/>
              <a:t>Клацніть, щоб відредагувати стилі зразків тексту</a:t>
            </a:r>
          </a:p>
          <a:p>
            <a:pPr lvl="1" rtl="0"/>
            <a:r>
              <a:rPr lang="uk-UA"/>
              <a:t>Другий рівень</a:t>
            </a:r>
          </a:p>
          <a:p>
            <a:pPr lvl="2" rtl="0"/>
            <a:r>
              <a:rPr lang="uk-UA"/>
              <a:t>Третій рівень</a:t>
            </a:r>
          </a:p>
          <a:p>
            <a:pPr lvl="3" rtl="0"/>
            <a:r>
              <a:rPr lang="uk-UA"/>
              <a:t>Четвертий рівень</a:t>
            </a:r>
          </a:p>
          <a:p>
            <a:pPr lvl="4" rtl="0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82E9B35-0826-45CC-9C2C-707B22DFAA83}" type="datetime1">
              <a:rPr lang="ru-RU" smtClean="0"/>
              <a:t>25.05.2026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Номер слайда 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Вертикальный заголовок 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/>
          <a:p>
            <a:pPr rtl="0"/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uk-UA"/>
              <a:t>Клацніть, щоб відредагувати стилі зразків тексту</a:t>
            </a:r>
          </a:p>
          <a:p>
            <a:pPr lvl="1" rtl="0"/>
            <a:r>
              <a:rPr lang="uk-UA"/>
              <a:t>Другий рівень</a:t>
            </a:r>
          </a:p>
          <a:p>
            <a:pPr lvl="2" rtl="0"/>
            <a:r>
              <a:rPr lang="uk-UA"/>
              <a:t>Третій рівень</a:t>
            </a:r>
          </a:p>
          <a:p>
            <a:pPr lvl="3" rtl="0"/>
            <a:r>
              <a:rPr lang="uk-UA"/>
              <a:t>Четвертий рівень</a:t>
            </a:r>
          </a:p>
          <a:p>
            <a:pPr lvl="4" rtl="0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C0063D-EDF2-4190-A726-B9B651F864E7}" type="datetime1">
              <a:rPr lang="ru-RU" smtClean="0"/>
              <a:t>25.05.2026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u" dirty="0"/>
              <a:t>Стиль образца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ru" dirty="0"/>
              <a:t>Щелкните, чтобы изменить стили текста образца слайда</a:t>
            </a:r>
          </a:p>
          <a:p>
            <a:pPr lvl="1" rtl="0"/>
            <a:r>
              <a:rPr lang="ru" dirty="0"/>
              <a:t>Второй уровень</a:t>
            </a:r>
          </a:p>
          <a:p>
            <a:pPr lvl="2" rtl="0"/>
            <a:r>
              <a:rPr lang="ru" dirty="0"/>
              <a:t>Третий уровень</a:t>
            </a:r>
          </a:p>
          <a:p>
            <a:pPr lvl="3" rtl="0"/>
            <a:r>
              <a:rPr lang="ru" dirty="0"/>
              <a:t>Четвертый уровень</a:t>
            </a:r>
          </a:p>
          <a:p>
            <a:pPr lvl="4" rtl="0"/>
            <a:r>
              <a:rPr lang="ru" dirty="0"/>
              <a:t>Пятый уровень</a:t>
            </a:r>
            <a:endParaRPr lang="en-US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fld id="{428A7F57-8526-4A03-89D8-FFB0245E6649}" type="datetime1">
              <a:rPr lang="ru-RU" smtClean="0"/>
              <a:t>25.05.2026</a:t>
            </a:fld>
            <a:endParaRPr lang="en-US" dirty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‹№›</a:t>
            </a:fld>
            <a:endParaRPr lang="en-US" dirty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Calibri" panose="020F0502020204030204" pitchFamily="34" charset="0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Calibri" panose="020F0502020204030204" pitchFamily="34" charset="0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Calibri" panose="020F0502020204030204" pitchFamily="34" charset="0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Calibri" panose="020F0502020204030204" pitchFamily="34" charset="0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Calibri" panose="020F0502020204030204" pitchFamily="34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222" y="1163763"/>
            <a:ext cx="11077850" cy="3161349"/>
          </a:xfrm>
        </p:spPr>
        <p:txBody>
          <a:bodyPr rtlCol="0">
            <a:normAutofit/>
          </a:bodyPr>
          <a:lstStyle/>
          <a:p>
            <a:r>
              <a:rPr lang="ru-RU" sz="7200" dirty="0" err="1"/>
              <a:t>Курсовий</a:t>
            </a:r>
            <a:r>
              <a:rPr lang="ru-RU" sz="7200" dirty="0"/>
              <a:t> </a:t>
            </a:r>
            <a:r>
              <a:rPr lang="ru-RU" sz="7200" dirty="0" err="1"/>
              <a:t>проєкт</a:t>
            </a:r>
            <a:r>
              <a:rPr lang="ru-RU" sz="7200" dirty="0"/>
              <a:t> на тему: «</a:t>
            </a:r>
            <a:r>
              <a:rPr lang="en-US" sz="7200" dirty="0"/>
              <a:t>Magic Universe</a:t>
            </a:r>
            <a:r>
              <a:rPr lang="uk-UA" sz="7200" dirty="0"/>
              <a:t>»</a:t>
            </a:r>
            <a:endParaRPr lang="ru" sz="72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 rtlCol="0">
            <a:normAutofit/>
          </a:bodyPr>
          <a:lstStyle/>
          <a:p>
            <a:pPr rtl="0"/>
            <a:r>
              <a:rPr lang="ru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Sit Dolor Amet</a:t>
            </a:r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87D035-DC19-31C3-965D-1DAD7112A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Актуальність</a:t>
            </a:r>
            <a:r>
              <a:rPr lang="ru-RU" dirty="0"/>
              <a:t> та мета </a:t>
            </a:r>
            <a:r>
              <a:rPr lang="ru-RU" dirty="0" err="1"/>
              <a:t>розробки</a:t>
            </a:r>
            <a:endParaRPr lang="ru-RU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08DB3B5-7CBB-942A-3BF4-5CC4105B3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Сучасна</a:t>
            </a:r>
            <a:r>
              <a:rPr lang="ru-RU" dirty="0"/>
              <a:t> </a:t>
            </a:r>
            <a:r>
              <a:rPr lang="ru-RU" dirty="0" err="1"/>
              <a:t>ігрова</a:t>
            </a:r>
            <a:r>
              <a:rPr lang="ru-RU" dirty="0"/>
              <a:t> </a:t>
            </a:r>
            <a:r>
              <a:rPr lang="ru-RU" dirty="0" err="1"/>
              <a:t>індустрія</a:t>
            </a:r>
            <a:r>
              <a:rPr lang="ru-RU" dirty="0"/>
              <a:t> </a:t>
            </a:r>
            <a:r>
              <a:rPr lang="ru-RU" dirty="0" err="1"/>
              <a:t>вимагає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розробників</a:t>
            </a:r>
            <a:r>
              <a:rPr lang="ru-RU" dirty="0"/>
              <a:t> </a:t>
            </a:r>
            <a:r>
              <a:rPr lang="ru-RU" dirty="0" err="1"/>
              <a:t>створення</a:t>
            </a:r>
            <a:r>
              <a:rPr lang="ru-RU" dirty="0"/>
              <a:t> контенту,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забезпечує</a:t>
            </a:r>
            <a:r>
              <a:rPr lang="ru-RU" dirty="0"/>
              <a:t> </a:t>
            </a:r>
            <a:r>
              <a:rPr lang="ru-RU" dirty="0" err="1"/>
              <a:t>тривалу</a:t>
            </a:r>
            <a:r>
              <a:rPr lang="ru-RU" dirty="0"/>
              <a:t> </a:t>
            </a:r>
            <a:r>
              <a:rPr lang="ru-RU" dirty="0" err="1"/>
              <a:t>взаємодію</a:t>
            </a:r>
            <a:r>
              <a:rPr lang="ru-RU" dirty="0"/>
              <a:t> з </a:t>
            </a:r>
            <a:r>
              <a:rPr lang="ru-RU" dirty="0" err="1"/>
              <a:t>гравцем</a:t>
            </a:r>
            <a:r>
              <a:rPr lang="ru-RU" dirty="0"/>
              <a:t>. </a:t>
            </a:r>
            <a:r>
              <a:rPr lang="ru-RU" dirty="0" err="1"/>
              <a:t>Об'єктом</a:t>
            </a:r>
            <a:r>
              <a:rPr lang="ru-RU" dirty="0"/>
              <a:t> </a:t>
            </a:r>
            <a:r>
              <a:rPr lang="ru-RU" dirty="0" err="1"/>
              <a:t>розробки</a:t>
            </a:r>
            <a:r>
              <a:rPr lang="ru-RU" dirty="0"/>
              <a:t> є </a:t>
            </a:r>
            <a:r>
              <a:rPr lang="ru-RU" dirty="0" err="1"/>
              <a:t>процес</a:t>
            </a:r>
            <a:r>
              <a:rPr lang="ru-RU" dirty="0"/>
              <a:t> </a:t>
            </a:r>
            <a:r>
              <a:rPr lang="ru-RU" dirty="0" err="1"/>
              <a:t>побудови</a:t>
            </a:r>
            <a:r>
              <a:rPr lang="ru-RU" dirty="0"/>
              <a:t> 3</a:t>
            </a:r>
            <a:r>
              <a:rPr lang="en-US" dirty="0"/>
              <a:t>D-</a:t>
            </a:r>
            <a:r>
              <a:rPr lang="ru-RU" dirty="0" err="1"/>
              <a:t>ігор</a:t>
            </a:r>
            <a:r>
              <a:rPr lang="ru-RU" dirty="0"/>
              <a:t> з </a:t>
            </a:r>
            <a:r>
              <a:rPr lang="ru-RU" dirty="0" err="1"/>
              <a:t>відкритим</a:t>
            </a:r>
            <a:r>
              <a:rPr lang="ru-RU" dirty="0"/>
              <a:t> </a:t>
            </a:r>
            <a:r>
              <a:rPr lang="ru-RU" dirty="0" err="1"/>
              <a:t>світом</a:t>
            </a:r>
            <a:r>
              <a:rPr lang="ru-RU" dirty="0"/>
              <a:t>. Метою </a:t>
            </a:r>
            <a:r>
              <a:rPr lang="ru-RU" dirty="0" err="1"/>
              <a:t>проєкту</a:t>
            </a:r>
            <a:r>
              <a:rPr lang="ru-RU" dirty="0"/>
              <a:t> є </a:t>
            </a:r>
            <a:r>
              <a:rPr lang="ru-RU" dirty="0" err="1"/>
              <a:t>імплементація</a:t>
            </a:r>
            <a:r>
              <a:rPr lang="ru-RU" dirty="0"/>
              <a:t> </a:t>
            </a:r>
            <a:r>
              <a:rPr lang="ru-RU" dirty="0" err="1"/>
              <a:t>механік</a:t>
            </a:r>
            <a:r>
              <a:rPr lang="ru-RU" dirty="0"/>
              <a:t> </a:t>
            </a:r>
            <a:r>
              <a:rPr lang="ru-RU" dirty="0" err="1"/>
              <a:t>процедурної</a:t>
            </a:r>
            <a:r>
              <a:rPr lang="ru-RU" dirty="0"/>
              <a:t> </a:t>
            </a:r>
            <a:r>
              <a:rPr lang="ru-RU" dirty="0" err="1"/>
              <a:t>генерації</a:t>
            </a:r>
            <a:r>
              <a:rPr lang="ru-RU" dirty="0"/>
              <a:t> </a:t>
            </a:r>
            <a:r>
              <a:rPr lang="ru-RU" dirty="0" err="1"/>
              <a:t>рельєфу</a:t>
            </a:r>
            <a:r>
              <a:rPr lang="ru-RU" dirty="0"/>
              <a:t> за </a:t>
            </a:r>
            <a:r>
              <a:rPr lang="ru-RU" dirty="0" err="1"/>
              <a:t>допомогою</a:t>
            </a:r>
            <a:r>
              <a:rPr lang="ru-RU" dirty="0"/>
              <a:t> шуму </a:t>
            </a:r>
            <a:r>
              <a:rPr lang="ru-RU" dirty="0" err="1"/>
              <a:t>Перліна</a:t>
            </a:r>
            <a:r>
              <a:rPr lang="ru-RU" dirty="0"/>
              <a:t> та </a:t>
            </a:r>
            <a:r>
              <a:rPr lang="ru-RU" dirty="0" err="1"/>
              <a:t>розробка</a:t>
            </a:r>
            <a:r>
              <a:rPr lang="ru-RU" dirty="0"/>
              <a:t> </a:t>
            </a:r>
            <a:r>
              <a:rPr lang="ru-RU" dirty="0" err="1"/>
              <a:t>гнучкої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 </a:t>
            </a:r>
            <a:r>
              <a:rPr lang="ru-RU" dirty="0" err="1"/>
              <a:t>інвентарю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гравцю</a:t>
            </a:r>
            <a:r>
              <a:rPr lang="ru-RU" dirty="0"/>
              <a:t> </a:t>
            </a:r>
            <a:r>
              <a:rPr lang="ru-RU" dirty="0" err="1"/>
              <a:t>комбінувати</a:t>
            </a:r>
            <a:r>
              <a:rPr lang="ru-RU" dirty="0"/>
              <a:t> </a:t>
            </a:r>
            <a:r>
              <a:rPr lang="ru-RU" dirty="0" err="1"/>
              <a:t>фізичні</a:t>
            </a:r>
            <a:r>
              <a:rPr lang="ru-RU" dirty="0"/>
              <a:t> </a:t>
            </a:r>
            <a:r>
              <a:rPr lang="ru-RU" dirty="0" err="1"/>
              <a:t>стихії</a:t>
            </a:r>
            <a:r>
              <a:rPr lang="ru-RU" dirty="0"/>
              <a:t> в </a:t>
            </a:r>
            <a:r>
              <a:rPr lang="ru-RU" dirty="0" err="1"/>
              <a:t>умовах</a:t>
            </a:r>
            <a:r>
              <a:rPr lang="ru-RU" dirty="0"/>
              <a:t> </a:t>
            </a:r>
            <a:r>
              <a:rPr lang="ru-RU" dirty="0" err="1"/>
              <a:t>нескінченного</a:t>
            </a:r>
            <a:r>
              <a:rPr lang="ru-RU" dirty="0"/>
              <a:t> </a:t>
            </a:r>
            <a:r>
              <a:rPr lang="ru-RU" dirty="0" err="1"/>
              <a:t>ігрового</a:t>
            </a:r>
            <a:r>
              <a:rPr lang="ru-RU" dirty="0"/>
              <a:t> </a:t>
            </a:r>
            <a:r>
              <a:rPr lang="ru-RU" dirty="0" err="1"/>
              <a:t>всесвіту</a:t>
            </a:r>
            <a:r>
              <a:rPr lang="ru-RU" dirty="0"/>
              <a:t>.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A0A57F1-D3FB-55E4-3A73-945899EC2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25.05.2026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17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4F5EBD-849A-3BE6-F946-0F1969EBF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Програмна</a:t>
            </a:r>
            <a:r>
              <a:rPr lang="ru-RU" dirty="0"/>
              <a:t> </a:t>
            </a:r>
            <a:r>
              <a:rPr lang="ru-RU" dirty="0" err="1"/>
              <a:t>архітектура</a:t>
            </a:r>
            <a:r>
              <a:rPr lang="ru-RU" dirty="0"/>
              <a:t> та </a:t>
            </a:r>
            <a:r>
              <a:rPr lang="ru-RU" dirty="0" err="1"/>
              <a:t>технології</a:t>
            </a:r>
            <a:endParaRPr lang="ru-RU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BC2BF59-26DA-338A-425A-440EBECAF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</a:t>
            </a:r>
            <a:r>
              <a:rPr lang="ru-RU" dirty="0" err="1"/>
              <a:t>реалізації</a:t>
            </a:r>
            <a:r>
              <a:rPr lang="ru-RU" dirty="0"/>
              <a:t> </a:t>
            </a:r>
            <a:r>
              <a:rPr lang="ru-RU" dirty="0" err="1"/>
              <a:t>проєкту</a:t>
            </a:r>
            <a:r>
              <a:rPr lang="ru-RU" dirty="0"/>
              <a:t> </a:t>
            </a:r>
            <a:r>
              <a:rPr lang="ru-RU" dirty="0" err="1"/>
              <a:t>обрано</a:t>
            </a:r>
            <a:r>
              <a:rPr lang="ru-RU" dirty="0"/>
              <a:t> </a:t>
            </a:r>
            <a:r>
              <a:rPr lang="ru-RU" dirty="0" err="1"/>
              <a:t>ігровий</a:t>
            </a:r>
            <a:r>
              <a:rPr lang="ru-RU" dirty="0"/>
              <a:t> </a:t>
            </a:r>
            <a:r>
              <a:rPr lang="ru-RU" dirty="0" err="1"/>
              <a:t>рушій</a:t>
            </a:r>
            <a:r>
              <a:rPr lang="ru-RU" dirty="0"/>
              <a:t> </a:t>
            </a:r>
            <a:r>
              <a:rPr lang="en-US" dirty="0"/>
              <a:t>Unity </a:t>
            </a:r>
            <a:r>
              <a:rPr lang="ru-RU" dirty="0"/>
              <a:t>та мову </a:t>
            </a:r>
            <a:r>
              <a:rPr lang="ru-RU" dirty="0" err="1"/>
              <a:t>програмування</a:t>
            </a:r>
            <a:r>
              <a:rPr lang="ru-RU" dirty="0"/>
              <a:t> </a:t>
            </a:r>
            <a:r>
              <a:rPr lang="en-US" dirty="0"/>
              <a:t>C#. </a:t>
            </a:r>
            <a:r>
              <a:rPr lang="ru-RU" dirty="0" err="1"/>
              <a:t>Архітектура</a:t>
            </a:r>
            <a:r>
              <a:rPr lang="ru-RU" dirty="0"/>
              <a:t> </a:t>
            </a:r>
            <a:r>
              <a:rPr lang="ru-RU" dirty="0" err="1"/>
              <a:t>базується</a:t>
            </a:r>
            <a:r>
              <a:rPr lang="ru-RU" dirty="0"/>
              <a:t> на </a:t>
            </a:r>
            <a:r>
              <a:rPr lang="ru-RU" dirty="0" err="1"/>
              <a:t>використанні</a:t>
            </a:r>
            <a:r>
              <a:rPr lang="ru-RU" dirty="0"/>
              <a:t> </a:t>
            </a:r>
            <a:r>
              <a:rPr lang="ru-RU" dirty="0" err="1"/>
              <a:t>патерну</a:t>
            </a:r>
            <a:r>
              <a:rPr lang="ru-RU" dirty="0"/>
              <a:t> </a:t>
            </a:r>
            <a:r>
              <a:rPr lang="en-US" dirty="0"/>
              <a:t>Singleton </a:t>
            </a:r>
            <a:r>
              <a:rPr lang="ru-RU" dirty="0"/>
              <a:t>для </a:t>
            </a:r>
            <a:r>
              <a:rPr lang="ru-RU" dirty="0" err="1"/>
              <a:t>централізованого</a:t>
            </a:r>
            <a:r>
              <a:rPr lang="ru-RU" dirty="0"/>
              <a:t> </a:t>
            </a:r>
            <a:r>
              <a:rPr lang="ru-RU" dirty="0" err="1"/>
              <a:t>управління</a:t>
            </a:r>
            <a:r>
              <a:rPr lang="ru-RU" dirty="0"/>
              <a:t> </a:t>
            </a:r>
            <a:r>
              <a:rPr lang="ru-RU" dirty="0" err="1"/>
              <a:t>даними</a:t>
            </a:r>
            <a:r>
              <a:rPr lang="ru-RU" dirty="0"/>
              <a:t> (</a:t>
            </a:r>
            <a:r>
              <a:rPr lang="ru-RU" dirty="0" err="1"/>
              <a:t>клас</a:t>
            </a:r>
            <a:r>
              <a:rPr lang="ru-RU" dirty="0"/>
              <a:t> </a:t>
            </a:r>
            <a:r>
              <a:rPr lang="en-US" dirty="0" err="1"/>
              <a:t>InventoryManager</a:t>
            </a:r>
            <a:r>
              <a:rPr lang="en-US" dirty="0"/>
              <a:t>).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рішення</a:t>
            </a:r>
            <a:r>
              <a:rPr lang="ru-RU" dirty="0"/>
              <a:t> </a:t>
            </a:r>
            <a:r>
              <a:rPr lang="ru-RU" dirty="0" err="1"/>
              <a:t>забезпечує</a:t>
            </a:r>
            <a:r>
              <a:rPr lang="ru-RU" dirty="0"/>
              <a:t> </a:t>
            </a:r>
            <a:r>
              <a:rPr lang="ru-RU" dirty="0" err="1"/>
              <a:t>глобальну</a:t>
            </a:r>
            <a:r>
              <a:rPr lang="ru-RU" dirty="0"/>
              <a:t> точку доступу до </a:t>
            </a:r>
            <a:r>
              <a:rPr lang="ru-RU" dirty="0" err="1"/>
              <a:t>ресурсів</a:t>
            </a:r>
            <a:r>
              <a:rPr lang="ru-RU" dirty="0"/>
              <a:t> </a:t>
            </a:r>
            <a:r>
              <a:rPr lang="ru-RU" dirty="0" err="1"/>
              <a:t>гравця</a:t>
            </a:r>
            <a:r>
              <a:rPr lang="ru-RU" dirty="0"/>
              <a:t> з будь-</a:t>
            </a:r>
            <a:r>
              <a:rPr lang="ru-RU" dirty="0" err="1"/>
              <a:t>якої</a:t>
            </a:r>
            <a:r>
              <a:rPr lang="ru-RU" dirty="0"/>
              <a:t> </a:t>
            </a:r>
            <a:r>
              <a:rPr lang="ru-RU" dirty="0" err="1"/>
              <a:t>частини</a:t>
            </a:r>
            <a:r>
              <a:rPr lang="ru-RU" dirty="0"/>
              <a:t> коду, </a:t>
            </a:r>
            <a:r>
              <a:rPr lang="ru-RU" dirty="0" err="1"/>
              <a:t>мінімізуючи</a:t>
            </a:r>
            <a:r>
              <a:rPr lang="ru-RU" dirty="0"/>
              <a:t> </a:t>
            </a:r>
            <a:r>
              <a:rPr lang="ru-RU" dirty="0" err="1"/>
              <a:t>взаємозалежність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скриптами та </a:t>
            </a:r>
            <a:r>
              <a:rPr lang="ru-RU" dirty="0" err="1"/>
              <a:t>полегшуючи</a:t>
            </a:r>
            <a:r>
              <a:rPr lang="ru-RU" dirty="0"/>
              <a:t> </a:t>
            </a:r>
            <a:r>
              <a:rPr lang="ru-RU" dirty="0" err="1"/>
              <a:t>процес</a:t>
            </a:r>
            <a:r>
              <a:rPr lang="ru-RU" dirty="0"/>
              <a:t> </a:t>
            </a:r>
            <a:r>
              <a:rPr lang="ru-RU" dirty="0" err="1"/>
              <a:t>збереження</a:t>
            </a:r>
            <a:r>
              <a:rPr lang="ru-RU" dirty="0"/>
              <a:t> стану </a:t>
            </a:r>
            <a:r>
              <a:rPr lang="ru-RU" dirty="0" err="1"/>
              <a:t>гри</a:t>
            </a:r>
            <a:r>
              <a:rPr lang="ru-RU" dirty="0"/>
              <a:t> через систему </a:t>
            </a:r>
            <a:r>
              <a:rPr lang="en-US" dirty="0" err="1"/>
              <a:t>PlayerPrefs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F188A04-C10E-7547-3559-B0EFAD733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25.05.2026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746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0FB642-75C3-8919-A554-EBF33C85F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Система </a:t>
            </a:r>
            <a:r>
              <a:rPr lang="ru-RU" dirty="0" err="1"/>
              <a:t>управління</a:t>
            </a:r>
            <a:r>
              <a:rPr lang="ru-RU" dirty="0"/>
              <a:t> </a:t>
            </a:r>
            <a:r>
              <a:rPr lang="ru-RU" dirty="0" err="1"/>
              <a:t>інвентарем</a:t>
            </a:r>
            <a:endParaRPr lang="ru-RU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5EC032D-1532-7B28-3547-33BE170B1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Підсистема</a:t>
            </a:r>
            <a:r>
              <a:rPr lang="ru-RU" dirty="0"/>
              <a:t> </a:t>
            </a:r>
            <a:r>
              <a:rPr lang="ru-RU" dirty="0" err="1"/>
              <a:t>інвентарю</a:t>
            </a:r>
            <a:r>
              <a:rPr lang="ru-RU" dirty="0"/>
              <a:t> </a:t>
            </a:r>
            <a:r>
              <a:rPr lang="ru-RU" dirty="0" err="1"/>
              <a:t>реалізує</a:t>
            </a:r>
            <a:r>
              <a:rPr lang="ru-RU" dirty="0"/>
              <a:t> </a:t>
            </a:r>
            <a:r>
              <a:rPr lang="ru-RU" dirty="0" err="1"/>
              <a:t>повний</a:t>
            </a:r>
            <a:r>
              <a:rPr lang="ru-RU" dirty="0"/>
              <a:t> цикл </a:t>
            </a:r>
            <a:r>
              <a:rPr lang="ru-RU" dirty="0" err="1"/>
              <a:t>взаємодії</a:t>
            </a:r>
            <a:r>
              <a:rPr lang="ru-RU" dirty="0"/>
              <a:t> з предметами через </a:t>
            </a:r>
            <a:r>
              <a:rPr lang="ru-RU" dirty="0" err="1"/>
              <a:t>подієву</a:t>
            </a:r>
            <a:r>
              <a:rPr lang="ru-RU" dirty="0"/>
              <a:t> модель </a:t>
            </a:r>
            <a:r>
              <a:rPr lang="en-US" dirty="0"/>
              <a:t>Unity </a:t>
            </a:r>
            <a:r>
              <a:rPr lang="en-US" dirty="0" err="1"/>
              <a:t>EventSystem</a:t>
            </a:r>
            <a:r>
              <a:rPr lang="en-US" dirty="0"/>
              <a:t>. </a:t>
            </a:r>
            <a:r>
              <a:rPr lang="ru-RU" dirty="0" err="1"/>
              <a:t>Ключовою</a:t>
            </a:r>
            <a:r>
              <a:rPr lang="ru-RU" dirty="0"/>
              <a:t> </a:t>
            </a:r>
            <a:r>
              <a:rPr lang="ru-RU" dirty="0" err="1"/>
              <a:t>особливістю</a:t>
            </a:r>
            <a:r>
              <a:rPr lang="ru-RU" dirty="0"/>
              <a:t> є алгоритм </a:t>
            </a:r>
            <a:r>
              <a:rPr lang="ru-RU" dirty="0" err="1"/>
              <a:t>безпечного</a:t>
            </a:r>
            <a:r>
              <a:rPr lang="ru-RU" dirty="0"/>
              <a:t> </a:t>
            </a:r>
            <a:r>
              <a:rPr lang="ru-RU" dirty="0" err="1"/>
              <a:t>обміну</a:t>
            </a:r>
            <a:r>
              <a:rPr lang="ru-RU" dirty="0"/>
              <a:t> ("</a:t>
            </a:r>
            <a:r>
              <a:rPr lang="ru-RU" dirty="0" err="1"/>
              <a:t>свапу</a:t>
            </a:r>
            <a:r>
              <a:rPr lang="ru-RU" dirty="0"/>
              <a:t>") </a:t>
            </a:r>
            <a:r>
              <a:rPr lang="ru-RU" dirty="0" err="1"/>
              <a:t>предметів</a:t>
            </a:r>
            <a:r>
              <a:rPr lang="ru-RU" dirty="0"/>
              <a:t>: при </a:t>
            </a:r>
            <a:r>
              <a:rPr lang="ru-RU" dirty="0" err="1"/>
              <a:t>перетягуванні</a:t>
            </a:r>
            <a:r>
              <a:rPr lang="ru-RU" dirty="0"/>
              <a:t> артефакту в уже </a:t>
            </a:r>
            <a:r>
              <a:rPr lang="ru-RU" dirty="0" err="1"/>
              <a:t>зайняту</a:t>
            </a:r>
            <a:r>
              <a:rPr lang="ru-RU" dirty="0"/>
              <a:t> </a:t>
            </a:r>
            <a:r>
              <a:rPr lang="ru-RU" dirty="0" err="1"/>
              <a:t>комірку</a:t>
            </a:r>
            <a:r>
              <a:rPr lang="ru-RU" dirty="0"/>
              <a:t> система автоматично </a:t>
            </a:r>
            <a:r>
              <a:rPr lang="ru-RU" dirty="0" err="1"/>
              <a:t>міняє</a:t>
            </a:r>
            <a:r>
              <a:rPr lang="ru-RU" dirty="0"/>
              <a:t> </a:t>
            </a:r>
            <a:r>
              <a:rPr lang="ru-RU" dirty="0" err="1"/>
              <a:t>предмети</a:t>
            </a:r>
            <a:r>
              <a:rPr lang="ru-RU" dirty="0"/>
              <a:t> </a:t>
            </a:r>
            <a:r>
              <a:rPr lang="ru-RU" dirty="0" err="1"/>
              <a:t>місцями</a:t>
            </a:r>
            <a:r>
              <a:rPr lang="ru-RU" dirty="0"/>
              <a:t>, </a:t>
            </a:r>
            <a:r>
              <a:rPr lang="ru-RU" dirty="0" err="1"/>
              <a:t>запобігаючи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втраті</a:t>
            </a:r>
            <a:r>
              <a:rPr lang="ru-RU" dirty="0"/>
              <a:t>. </a:t>
            </a:r>
            <a:r>
              <a:rPr lang="ru-RU" dirty="0" err="1"/>
              <a:t>Візуальний</a:t>
            </a:r>
            <a:r>
              <a:rPr lang="ru-RU" dirty="0"/>
              <a:t> </a:t>
            </a:r>
            <a:r>
              <a:rPr lang="ru-RU" dirty="0" err="1"/>
              <a:t>відгук</a:t>
            </a:r>
            <a:r>
              <a:rPr lang="ru-RU" dirty="0"/>
              <a:t> </a:t>
            </a:r>
            <a:r>
              <a:rPr lang="ru-RU" dirty="0" err="1"/>
              <a:t>забезпечується</a:t>
            </a:r>
            <a:r>
              <a:rPr lang="ru-RU" dirty="0"/>
              <a:t> </a:t>
            </a:r>
            <a:r>
              <a:rPr lang="ru-RU" dirty="0" err="1"/>
              <a:t>динамічною</a:t>
            </a:r>
            <a:r>
              <a:rPr lang="ru-RU" dirty="0"/>
              <a:t> </a:t>
            </a:r>
            <a:r>
              <a:rPr lang="ru-RU" dirty="0" err="1"/>
              <a:t>зміною</a:t>
            </a:r>
            <a:r>
              <a:rPr lang="ru-RU" dirty="0"/>
              <a:t> </a:t>
            </a:r>
            <a:r>
              <a:rPr lang="ru-RU" dirty="0" err="1"/>
              <a:t>ієрархії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 у </a:t>
            </a:r>
            <a:r>
              <a:rPr lang="en-US" dirty="0"/>
              <a:t>Canvas </a:t>
            </a:r>
            <a:r>
              <a:rPr lang="ru-RU" dirty="0"/>
              <a:t>для </a:t>
            </a:r>
            <a:r>
              <a:rPr lang="ru-RU" dirty="0" err="1"/>
              <a:t>коректного</a:t>
            </a:r>
            <a:r>
              <a:rPr lang="ru-RU" dirty="0"/>
              <a:t> </a:t>
            </a:r>
            <a:r>
              <a:rPr lang="ru-RU" dirty="0" err="1"/>
              <a:t>відображення</a:t>
            </a:r>
            <a:r>
              <a:rPr lang="ru-RU" dirty="0"/>
              <a:t> поверх </a:t>
            </a:r>
            <a:r>
              <a:rPr lang="ru-RU" dirty="0" err="1"/>
              <a:t>інших</a:t>
            </a:r>
            <a:r>
              <a:rPr lang="ru-RU" dirty="0"/>
              <a:t> </a:t>
            </a:r>
            <a:r>
              <a:rPr lang="ru-RU" dirty="0" err="1"/>
              <a:t>елементів</a:t>
            </a:r>
            <a:r>
              <a:rPr lang="ru-RU" dirty="0"/>
              <a:t>.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3ACCA4C-AEBB-8B28-8679-8DF4963C6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25.05.2026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622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3BAD0A-3488-4A8B-2006-C332D7834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Процедурна</a:t>
            </a:r>
            <a:r>
              <a:rPr lang="ru-RU" dirty="0"/>
              <a:t> </a:t>
            </a:r>
            <a:r>
              <a:rPr lang="ru-RU" dirty="0" err="1"/>
              <a:t>генерація</a:t>
            </a:r>
            <a:r>
              <a:rPr lang="ru-RU" dirty="0"/>
              <a:t> ландшафту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A45858D-94C5-BBBE-16E4-92DD5E5C8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Формування</a:t>
            </a:r>
            <a:r>
              <a:rPr lang="ru-RU" dirty="0"/>
              <a:t> </a:t>
            </a:r>
            <a:r>
              <a:rPr lang="ru-RU" dirty="0" err="1"/>
              <a:t>ігрового</a:t>
            </a:r>
            <a:r>
              <a:rPr lang="ru-RU" dirty="0"/>
              <a:t> </a:t>
            </a:r>
            <a:r>
              <a:rPr lang="ru-RU" dirty="0" err="1"/>
              <a:t>світу</a:t>
            </a:r>
            <a:r>
              <a:rPr lang="ru-RU" dirty="0"/>
              <a:t> </a:t>
            </a:r>
            <a:r>
              <a:rPr lang="ru-RU" dirty="0" err="1"/>
              <a:t>базується</a:t>
            </a:r>
            <a:r>
              <a:rPr lang="ru-RU" dirty="0"/>
              <a:t> на </a:t>
            </a:r>
            <a:r>
              <a:rPr lang="ru-RU" dirty="0" err="1"/>
              <a:t>класі</a:t>
            </a:r>
            <a:r>
              <a:rPr lang="ru-RU" dirty="0"/>
              <a:t> </a:t>
            </a:r>
            <a:r>
              <a:rPr lang="en-US" dirty="0" err="1"/>
              <a:t>TerrainNoise</a:t>
            </a:r>
            <a:r>
              <a:rPr lang="en-US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використовує</a:t>
            </a:r>
            <a:r>
              <a:rPr lang="ru-RU" dirty="0"/>
              <a:t> </a:t>
            </a:r>
            <a:r>
              <a:rPr lang="ru-RU" dirty="0" err="1"/>
              <a:t>математичний</a:t>
            </a:r>
            <a:r>
              <a:rPr lang="ru-RU" dirty="0"/>
              <a:t> алгоритм </a:t>
            </a:r>
            <a:r>
              <a:rPr lang="ru-RU" dirty="0" err="1"/>
              <a:t>двовимірного</a:t>
            </a:r>
            <a:r>
              <a:rPr lang="ru-RU" dirty="0"/>
              <a:t> шуму </a:t>
            </a:r>
            <a:r>
              <a:rPr lang="ru-RU" dirty="0" err="1"/>
              <a:t>Перліна</a:t>
            </a:r>
            <a:r>
              <a:rPr lang="ru-RU" dirty="0"/>
              <a:t> (</a:t>
            </a:r>
            <a:r>
              <a:rPr lang="en-US" dirty="0" err="1"/>
              <a:t>Mathf.PerlinNoise</a:t>
            </a:r>
            <a:r>
              <a:rPr lang="en-US" dirty="0"/>
              <a:t>).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створювати</a:t>
            </a:r>
            <a:r>
              <a:rPr lang="ru-RU" dirty="0"/>
              <a:t> </a:t>
            </a:r>
            <a:r>
              <a:rPr lang="ru-RU" dirty="0" err="1"/>
              <a:t>плавні</a:t>
            </a:r>
            <a:r>
              <a:rPr lang="ru-RU" dirty="0"/>
              <a:t> </a:t>
            </a:r>
            <a:r>
              <a:rPr lang="ru-RU" dirty="0" err="1"/>
              <a:t>пагорби</a:t>
            </a:r>
            <a:r>
              <a:rPr lang="ru-RU" dirty="0"/>
              <a:t> та </a:t>
            </a:r>
            <a:r>
              <a:rPr lang="ru-RU" dirty="0" err="1"/>
              <a:t>низини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виглядають</a:t>
            </a:r>
            <a:r>
              <a:rPr lang="ru-RU" dirty="0"/>
              <a:t> </a:t>
            </a:r>
            <a:r>
              <a:rPr lang="ru-RU" dirty="0" err="1"/>
              <a:t>природно</a:t>
            </a:r>
            <a:r>
              <a:rPr lang="ru-RU" dirty="0"/>
              <a:t>. </a:t>
            </a:r>
            <a:r>
              <a:rPr lang="ru-RU" dirty="0" err="1"/>
              <a:t>Випадкове</a:t>
            </a:r>
            <a:r>
              <a:rPr lang="ru-RU" dirty="0"/>
              <a:t> </a:t>
            </a:r>
            <a:r>
              <a:rPr lang="ru-RU" dirty="0" err="1"/>
              <a:t>просторове</a:t>
            </a:r>
            <a:r>
              <a:rPr lang="ru-RU" dirty="0"/>
              <a:t> </a:t>
            </a:r>
            <a:r>
              <a:rPr lang="ru-RU" dirty="0" err="1"/>
              <a:t>зміщення</a:t>
            </a:r>
            <a:r>
              <a:rPr lang="ru-RU" dirty="0"/>
              <a:t> координат (</a:t>
            </a:r>
            <a:r>
              <a:rPr lang="en-US" dirty="0"/>
              <a:t>offset) </a:t>
            </a:r>
            <a:r>
              <a:rPr lang="ru-RU" dirty="0"/>
              <a:t>при кожному запуску </a:t>
            </a:r>
            <a:r>
              <a:rPr lang="ru-RU" dirty="0" err="1"/>
              <a:t>гарантує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рельєф</a:t>
            </a:r>
            <a:r>
              <a:rPr lang="ru-RU" dirty="0"/>
              <a:t> </a:t>
            </a:r>
            <a:r>
              <a:rPr lang="ru-RU" dirty="0" err="1"/>
              <a:t>жодного</a:t>
            </a:r>
            <a:r>
              <a:rPr lang="ru-RU" dirty="0"/>
              <a:t> разу не повториться, </a:t>
            </a:r>
            <a:r>
              <a:rPr lang="ru-RU" dirty="0" err="1"/>
              <a:t>створюючи</a:t>
            </a:r>
            <a:r>
              <a:rPr lang="ru-RU" dirty="0"/>
              <a:t> </a:t>
            </a:r>
            <a:r>
              <a:rPr lang="ru-RU" dirty="0" err="1"/>
              <a:t>справжнє</a:t>
            </a:r>
            <a:r>
              <a:rPr lang="ru-RU" dirty="0"/>
              <a:t> </a:t>
            </a:r>
            <a:r>
              <a:rPr lang="ru-RU" dirty="0" err="1"/>
              <a:t>відчуття</a:t>
            </a:r>
            <a:r>
              <a:rPr lang="ru-RU" dirty="0"/>
              <a:t> </a:t>
            </a:r>
            <a:r>
              <a:rPr lang="ru-RU" dirty="0" err="1"/>
              <a:t>дослідження</a:t>
            </a:r>
            <a:r>
              <a:rPr lang="ru-RU" dirty="0"/>
              <a:t> </a:t>
            </a:r>
            <a:r>
              <a:rPr lang="ru-RU" dirty="0" err="1"/>
              <a:t>невідомого</a:t>
            </a:r>
            <a:r>
              <a:rPr lang="ru-RU" dirty="0"/>
              <a:t> </a:t>
            </a:r>
            <a:r>
              <a:rPr lang="ru-RU" dirty="0" err="1"/>
              <a:t>всесвіту</a:t>
            </a:r>
            <a:r>
              <a:rPr lang="ru-RU" dirty="0"/>
              <a:t>.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1753110-88EE-31D9-2D11-4E715DA76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25.05.2026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616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4430DC-5BA8-09AA-6D80-D26C7DC20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ru-RU" dirty="0" err="1"/>
              <a:t>розміщення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 (</a:t>
            </a:r>
            <a:r>
              <a:rPr lang="ru-RU" dirty="0" err="1"/>
              <a:t>Біоми</a:t>
            </a:r>
            <a:r>
              <a:rPr lang="ru-RU" dirty="0"/>
              <a:t>)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A8D0DB5-B36E-634E-763A-B74A5E102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Розміщення</a:t>
            </a:r>
            <a:r>
              <a:rPr lang="ru-RU" dirty="0"/>
              <a:t> </a:t>
            </a:r>
            <a:r>
              <a:rPr lang="ru-RU" dirty="0" err="1"/>
              <a:t>магічних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 та </a:t>
            </a:r>
            <a:r>
              <a:rPr lang="ru-RU" dirty="0" err="1"/>
              <a:t>ресурсів</a:t>
            </a:r>
            <a:r>
              <a:rPr lang="ru-RU" dirty="0"/>
              <a:t> </a:t>
            </a:r>
            <a:r>
              <a:rPr lang="ru-RU" dirty="0" err="1"/>
              <a:t>здійснюється</a:t>
            </a:r>
            <a:r>
              <a:rPr lang="ru-RU" dirty="0"/>
              <a:t> </a:t>
            </a:r>
            <a:r>
              <a:rPr lang="ru-RU" dirty="0" err="1"/>
              <a:t>концентричними</a:t>
            </a:r>
            <a:r>
              <a:rPr lang="ru-RU" dirty="0"/>
              <a:t> зонами через </a:t>
            </a:r>
            <a:r>
              <a:rPr lang="ru-RU" dirty="0" err="1"/>
              <a:t>клас</a:t>
            </a:r>
            <a:r>
              <a:rPr lang="ru-RU" dirty="0"/>
              <a:t> </a:t>
            </a:r>
            <a:r>
              <a:rPr lang="en-US" dirty="0" err="1"/>
              <a:t>GenerateEnvironmental</a:t>
            </a:r>
            <a:r>
              <a:rPr lang="en-US" dirty="0"/>
              <a:t>. </a:t>
            </a:r>
            <a:r>
              <a:rPr lang="ru-RU" dirty="0" err="1"/>
              <a:t>Світ</a:t>
            </a:r>
            <a:r>
              <a:rPr lang="ru-RU" dirty="0"/>
              <a:t> </a:t>
            </a:r>
            <a:r>
              <a:rPr lang="ru-RU" dirty="0" err="1"/>
              <a:t>розділений</a:t>
            </a:r>
            <a:r>
              <a:rPr lang="ru-RU" dirty="0"/>
              <a:t> на </a:t>
            </a:r>
            <a:r>
              <a:rPr lang="ru-RU" dirty="0" err="1"/>
              <a:t>кольорові</a:t>
            </a:r>
            <a:r>
              <a:rPr lang="ru-RU" dirty="0"/>
              <a:t> </a:t>
            </a:r>
            <a:r>
              <a:rPr lang="ru-RU" dirty="0" err="1"/>
              <a:t>біоми</a:t>
            </a:r>
            <a:r>
              <a:rPr lang="ru-RU" dirty="0"/>
              <a:t>, </a:t>
            </a:r>
            <a:r>
              <a:rPr lang="ru-RU" dirty="0" err="1"/>
              <a:t>складність</a:t>
            </a:r>
            <a:r>
              <a:rPr lang="ru-RU" dirty="0"/>
              <a:t> </a:t>
            </a:r>
            <a:r>
              <a:rPr lang="ru-RU" dirty="0" err="1"/>
              <a:t>яких</a:t>
            </a:r>
            <a:r>
              <a:rPr lang="ru-RU" dirty="0"/>
              <a:t> </a:t>
            </a:r>
            <a:r>
              <a:rPr lang="ru-RU" dirty="0" err="1"/>
              <a:t>зростає</a:t>
            </a:r>
            <a:r>
              <a:rPr lang="ru-RU" dirty="0"/>
              <a:t> по </a:t>
            </a:r>
            <a:r>
              <a:rPr lang="ru-RU" dirty="0" err="1"/>
              <a:t>мірі</a:t>
            </a:r>
            <a:r>
              <a:rPr lang="ru-RU" dirty="0"/>
              <a:t> </a:t>
            </a:r>
            <a:r>
              <a:rPr lang="ru-RU" dirty="0" err="1"/>
              <a:t>віддалення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центру. Для </a:t>
            </a:r>
            <a:r>
              <a:rPr lang="ru-RU" dirty="0" err="1"/>
              <a:t>стабілізації</a:t>
            </a:r>
            <a:r>
              <a:rPr lang="ru-RU" dirty="0"/>
              <a:t> </a:t>
            </a:r>
            <a:r>
              <a:rPr lang="ru-RU" dirty="0" err="1"/>
              <a:t>навантаження</a:t>
            </a:r>
            <a:r>
              <a:rPr lang="ru-RU" dirty="0"/>
              <a:t> на </a:t>
            </a:r>
            <a:r>
              <a:rPr lang="ru-RU" dirty="0" err="1"/>
              <a:t>процесор</a:t>
            </a:r>
            <a:r>
              <a:rPr lang="ru-RU" dirty="0"/>
              <a:t>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 </a:t>
            </a:r>
            <a:r>
              <a:rPr lang="ru-RU" dirty="0" err="1"/>
              <a:t>розбито</a:t>
            </a:r>
            <a:r>
              <a:rPr lang="ru-RU" dirty="0"/>
              <a:t> на </a:t>
            </a:r>
            <a:r>
              <a:rPr lang="ru-RU" dirty="0" err="1"/>
              <a:t>часові</a:t>
            </a:r>
            <a:r>
              <a:rPr lang="ru-RU" dirty="0"/>
              <a:t> </a:t>
            </a:r>
            <a:r>
              <a:rPr lang="ru-RU" dirty="0" err="1"/>
              <a:t>інтервали</a:t>
            </a:r>
            <a:r>
              <a:rPr lang="ru-RU" dirty="0"/>
              <a:t> за </a:t>
            </a:r>
            <a:r>
              <a:rPr lang="ru-RU" dirty="0" err="1"/>
              <a:t>допомогою</a:t>
            </a:r>
            <a:r>
              <a:rPr lang="ru-RU" dirty="0"/>
              <a:t> </a:t>
            </a:r>
            <a:r>
              <a:rPr lang="ru-RU" dirty="0" err="1"/>
              <a:t>корутин</a:t>
            </a:r>
            <a:r>
              <a:rPr lang="ru-RU" dirty="0"/>
              <a:t>.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інстанціювати</a:t>
            </a:r>
            <a:r>
              <a:rPr lang="ru-RU" dirty="0"/>
              <a:t> </a:t>
            </a:r>
            <a:r>
              <a:rPr lang="ru-RU" dirty="0" err="1"/>
              <a:t>тисячі</a:t>
            </a:r>
            <a:r>
              <a:rPr lang="ru-RU" dirty="0"/>
              <a:t> </a:t>
            </a:r>
            <a:r>
              <a:rPr lang="ru-RU" dirty="0" err="1"/>
              <a:t>префабів</a:t>
            </a:r>
            <a:r>
              <a:rPr lang="ru-RU" dirty="0"/>
              <a:t> без </a:t>
            </a:r>
            <a:r>
              <a:rPr lang="ru-RU" dirty="0" err="1"/>
              <a:t>помітних</a:t>
            </a:r>
            <a:r>
              <a:rPr lang="ru-RU" dirty="0"/>
              <a:t> </a:t>
            </a:r>
            <a:r>
              <a:rPr lang="ru-RU" dirty="0" err="1"/>
              <a:t>затримок</a:t>
            </a:r>
            <a:r>
              <a:rPr lang="ru-RU" dirty="0"/>
              <a:t> та </a:t>
            </a:r>
            <a:r>
              <a:rPr lang="ru-RU" dirty="0" err="1"/>
              <a:t>падіння</a:t>
            </a:r>
            <a:r>
              <a:rPr lang="ru-RU" dirty="0"/>
              <a:t> </a:t>
            </a:r>
            <a:r>
              <a:rPr lang="ru-RU" dirty="0" err="1"/>
              <a:t>частоти</a:t>
            </a:r>
            <a:r>
              <a:rPr lang="ru-RU" dirty="0"/>
              <a:t> </a:t>
            </a:r>
            <a:r>
              <a:rPr lang="ru-RU" dirty="0" err="1"/>
              <a:t>кадрів</a:t>
            </a:r>
            <a:r>
              <a:rPr lang="ru-RU" dirty="0"/>
              <a:t> (</a:t>
            </a:r>
            <a:r>
              <a:rPr lang="en-US" dirty="0"/>
              <a:t>FPS).</a:t>
            </a:r>
            <a:endParaRPr lang="ru-RU" dirty="0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B9C4FE7-919F-F3EE-6F94-5AB41F104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25.05.2026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658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DB65AD-6408-B875-C5CF-13A41D5E8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Аналіз</a:t>
            </a:r>
            <a:r>
              <a:rPr lang="ru-RU" dirty="0"/>
              <a:t> </a:t>
            </a:r>
            <a:r>
              <a:rPr lang="ru-RU" dirty="0" err="1"/>
              <a:t>відповідності</a:t>
            </a:r>
            <a:r>
              <a:rPr lang="ru-RU" dirty="0"/>
              <a:t> </a:t>
            </a:r>
            <a:r>
              <a:rPr lang="ru-RU" dirty="0" err="1"/>
              <a:t>вимогам</a:t>
            </a:r>
            <a:endParaRPr lang="ru-RU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DE25FFB-ED49-6BB5-6850-9FBFF2847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Аналіз</a:t>
            </a:r>
            <a:r>
              <a:rPr lang="ru-RU" dirty="0"/>
              <a:t> </a:t>
            </a:r>
            <a:r>
              <a:rPr lang="ru-RU" dirty="0" err="1"/>
              <a:t>результатів</a:t>
            </a:r>
            <a:r>
              <a:rPr lang="ru-RU" dirty="0"/>
              <a:t> </a:t>
            </a:r>
            <a:r>
              <a:rPr lang="ru-RU" dirty="0" err="1"/>
              <a:t>продемонстрував</a:t>
            </a:r>
            <a:r>
              <a:rPr lang="ru-RU" dirty="0"/>
              <a:t> </a:t>
            </a:r>
            <a:r>
              <a:rPr lang="ru-RU" dirty="0" err="1"/>
              <a:t>повну</a:t>
            </a:r>
            <a:r>
              <a:rPr lang="ru-RU" dirty="0"/>
              <a:t> </a:t>
            </a:r>
            <a:r>
              <a:rPr lang="ru-RU" dirty="0" err="1"/>
              <a:t>відповідність</a:t>
            </a:r>
            <a:r>
              <a:rPr lang="ru-RU" dirty="0"/>
              <a:t> </a:t>
            </a:r>
            <a:r>
              <a:rPr lang="ru-RU" dirty="0" err="1"/>
              <a:t>розробленого</a:t>
            </a:r>
            <a:r>
              <a:rPr lang="ru-RU" dirty="0"/>
              <a:t> прототипу початковому </a:t>
            </a:r>
            <a:r>
              <a:rPr lang="ru-RU" dirty="0" err="1"/>
              <a:t>технічному</a:t>
            </a:r>
            <a:r>
              <a:rPr lang="ru-RU" dirty="0"/>
              <a:t> </a:t>
            </a:r>
            <a:r>
              <a:rPr lang="ru-RU" dirty="0" err="1"/>
              <a:t>завданню</a:t>
            </a:r>
            <a:r>
              <a:rPr lang="ru-RU" dirty="0"/>
              <a:t>. </a:t>
            </a:r>
            <a:r>
              <a:rPr lang="ru-RU" dirty="0" err="1"/>
              <a:t>Усі</a:t>
            </a:r>
            <a:r>
              <a:rPr lang="ru-RU" dirty="0"/>
              <a:t> </a:t>
            </a:r>
            <a:r>
              <a:rPr lang="ru-RU" dirty="0" err="1"/>
              <a:t>ключові</a:t>
            </a:r>
            <a:r>
              <a:rPr lang="ru-RU" dirty="0"/>
              <a:t> </a:t>
            </a:r>
            <a:r>
              <a:rPr lang="ru-RU" dirty="0" err="1"/>
              <a:t>механіки</a:t>
            </a:r>
            <a:r>
              <a:rPr lang="ru-RU" dirty="0"/>
              <a:t> (</a:t>
            </a:r>
            <a:r>
              <a:rPr lang="ru-RU" dirty="0" err="1"/>
              <a:t>процедурний</a:t>
            </a:r>
            <a:r>
              <a:rPr lang="ru-RU" dirty="0"/>
              <a:t> </a:t>
            </a:r>
            <a:r>
              <a:rPr lang="ru-RU" dirty="0" err="1"/>
              <a:t>світ</a:t>
            </a:r>
            <a:r>
              <a:rPr lang="ru-RU" dirty="0"/>
              <a:t>, </a:t>
            </a:r>
            <a:r>
              <a:rPr lang="en-US" dirty="0"/>
              <a:t>Drag-and-Drop </a:t>
            </a:r>
            <a:r>
              <a:rPr lang="ru-RU" dirty="0" err="1"/>
              <a:t>інвентар</a:t>
            </a:r>
            <a:r>
              <a:rPr lang="ru-RU" dirty="0"/>
              <a:t>, система крафту </a:t>
            </a:r>
            <a:r>
              <a:rPr lang="ru-RU" dirty="0" err="1"/>
              <a:t>стихій</a:t>
            </a:r>
            <a:r>
              <a:rPr lang="ru-RU" dirty="0"/>
              <a:t> та пауза </a:t>
            </a:r>
            <a:r>
              <a:rPr lang="ru-RU" dirty="0" err="1"/>
              <a:t>гри</a:t>
            </a:r>
            <a:r>
              <a:rPr lang="ru-RU" dirty="0"/>
              <a:t>) </a:t>
            </a:r>
            <a:r>
              <a:rPr lang="ru-RU" dirty="0" err="1"/>
              <a:t>успішно</a:t>
            </a:r>
            <a:r>
              <a:rPr lang="ru-RU" dirty="0"/>
              <a:t> </a:t>
            </a:r>
            <a:r>
              <a:rPr lang="ru-RU" dirty="0" err="1"/>
              <a:t>інтегровані</a:t>
            </a:r>
            <a:r>
              <a:rPr lang="ru-RU" dirty="0"/>
              <a:t> в </a:t>
            </a:r>
            <a:r>
              <a:rPr lang="ru-RU" dirty="0" err="1"/>
              <a:t>єдине</a:t>
            </a:r>
            <a:r>
              <a:rPr lang="ru-RU" dirty="0"/>
              <a:t> ядро. Система </a:t>
            </a:r>
            <a:r>
              <a:rPr lang="ru-RU" dirty="0" err="1"/>
              <a:t>демонструє</a:t>
            </a:r>
            <a:r>
              <a:rPr lang="ru-RU" dirty="0"/>
              <a:t> </a:t>
            </a:r>
            <a:r>
              <a:rPr lang="ru-RU" dirty="0" err="1"/>
              <a:t>стабільну</a:t>
            </a:r>
            <a:r>
              <a:rPr lang="ru-RU" dirty="0"/>
              <a:t> роботу </a:t>
            </a:r>
            <a:r>
              <a:rPr lang="ru-RU" dirty="0" err="1"/>
              <a:t>архітектурних</a:t>
            </a:r>
            <a:r>
              <a:rPr lang="ru-RU" dirty="0"/>
              <a:t> </a:t>
            </a:r>
            <a:r>
              <a:rPr lang="ru-RU" dirty="0" err="1"/>
              <a:t>патернів</a:t>
            </a:r>
            <a:r>
              <a:rPr lang="ru-RU" dirty="0"/>
              <a:t> та </a:t>
            </a:r>
            <a:r>
              <a:rPr lang="ru-RU" dirty="0" err="1"/>
              <a:t>коректну</a:t>
            </a:r>
            <a:r>
              <a:rPr lang="ru-RU" dirty="0"/>
              <a:t> </a:t>
            </a:r>
            <a:r>
              <a:rPr lang="ru-RU" dirty="0" err="1"/>
              <a:t>взаємодію</a:t>
            </a:r>
            <a:r>
              <a:rPr lang="ru-RU" dirty="0"/>
              <a:t> </a:t>
            </a:r>
            <a:r>
              <a:rPr lang="en-US" dirty="0"/>
              <a:t>UI </a:t>
            </a:r>
            <a:r>
              <a:rPr lang="ru-RU" dirty="0"/>
              <a:t>з </a:t>
            </a:r>
            <a:r>
              <a:rPr lang="ru-RU" dirty="0" err="1"/>
              <a:t>ігровою</a:t>
            </a:r>
            <a:r>
              <a:rPr lang="ru-RU" dirty="0"/>
              <a:t> </a:t>
            </a:r>
            <a:r>
              <a:rPr lang="ru-RU" dirty="0" err="1"/>
              <a:t>логікою</a:t>
            </a:r>
            <a:r>
              <a:rPr lang="ru-RU" dirty="0"/>
              <a:t> </a:t>
            </a:r>
            <a:r>
              <a:rPr lang="ru-RU" dirty="0" err="1"/>
              <a:t>під</a:t>
            </a:r>
            <a:r>
              <a:rPr lang="ru-RU" dirty="0"/>
              <a:t> час </a:t>
            </a:r>
            <a:r>
              <a:rPr lang="ru-RU" dirty="0" err="1"/>
              <a:t>маніпуляцій</a:t>
            </a:r>
            <a:r>
              <a:rPr lang="ru-RU" dirty="0"/>
              <a:t> з часом.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17EEC16-DECF-503A-AF73-9F408CD28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25.05.2026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392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48EAD9-8237-3D10-9B8A-D41451020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Ефективність</a:t>
            </a:r>
            <a:r>
              <a:rPr lang="ru-RU" dirty="0"/>
              <a:t> </a:t>
            </a:r>
            <a:r>
              <a:rPr lang="ru-RU" dirty="0" err="1"/>
              <a:t>прийнятих</a:t>
            </a:r>
            <a:r>
              <a:rPr lang="ru-RU" dirty="0"/>
              <a:t> </a:t>
            </a:r>
            <a:r>
              <a:rPr lang="ru-RU" dirty="0" err="1"/>
              <a:t>рішень</a:t>
            </a:r>
            <a:endParaRPr lang="ru-RU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DE41F77-62E6-5E1E-A0C4-0740AA4B2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Використання</a:t>
            </a:r>
            <a:r>
              <a:rPr lang="ru-RU" dirty="0"/>
              <a:t> </a:t>
            </a:r>
            <a:r>
              <a:rPr lang="en-US" dirty="0"/>
              <a:t>Singleton </a:t>
            </a:r>
            <a:r>
              <a:rPr lang="ru-RU" dirty="0"/>
              <a:t>для </a:t>
            </a:r>
            <a:r>
              <a:rPr lang="en-US" dirty="0" err="1"/>
              <a:t>InventoryManager</a:t>
            </a:r>
            <a:r>
              <a:rPr lang="en-US" dirty="0"/>
              <a:t> </a:t>
            </a:r>
            <a:r>
              <a:rPr lang="ru-RU" dirty="0" err="1"/>
              <a:t>спростило</a:t>
            </a:r>
            <a:r>
              <a:rPr lang="ru-RU" dirty="0"/>
              <a:t> доступ до </a:t>
            </a:r>
            <a:r>
              <a:rPr lang="ru-RU" dirty="0" err="1"/>
              <a:t>даних</a:t>
            </a:r>
            <a:r>
              <a:rPr lang="ru-RU" dirty="0"/>
              <a:t>, а </a:t>
            </a:r>
            <a:r>
              <a:rPr lang="ru-RU" dirty="0" err="1"/>
              <a:t>вибір</a:t>
            </a:r>
            <a:r>
              <a:rPr lang="ru-RU" dirty="0"/>
              <a:t> </a:t>
            </a:r>
            <a:r>
              <a:rPr lang="en-US" dirty="0" err="1"/>
              <a:t>PlayerPrefs</a:t>
            </a:r>
            <a:r>
              <a:rPr lang="en-US" dirty="0"/>
              <a:t> </a:t>
            </a:r>
            <a:r>
              <a:rPr lang="ru-RU" dirty="0" err="1"/>
              <a:t>забезпечив</a:t>
            </a:r>
            <a:r>
              <a:rPr lang="ru-RU" dirty="0"/>
              <a:t> </a:t>
            </a:r>
            <a:r>
              <a:rPr lang="ru-RU" dirty="0" err="1"/>
              <a:t>миттєве</a:t>
            </a:r>
            <a:r>
              <a:rPr lang="ru-RU" dirty="0"/>
              <a:t> </a:t>
            </a:r>
            <a:r>
              <a:rPr lang="ru-RU" dirty="0" err="1"/>
              <a:t>збереження</a:t>
            </a:r>
            <a:r>
              <a:rPr lang="ru-RU" dirty="0"/>
              <a:t> без </a:t>
            </a:r>
            <a:r>
              <a:rPr lang="ru-RU" dirty="0" err="1"/>
              <a:t>лагів</a:t>
            </a:r>
            <a:r>
              <a:rPr lang="ru-RU" dirty="0"/>
              <a:t>. </a:t>
            </a:r>
            <a:r>
              <a:rPr lang="ru-RU" dirty="0" err="1"/>
              <a:t>Маніпуляція</a:t>
            </a:r>
            <a:r>
              <a:rPr lang="ru-RU" dirty="0"/>
              <a:t> </a:t>
            </a:r>
            <a:r>
              <a:rPr lang="ru-RU" dirty="0" err="1"/>
              <a:t>ієрархією</a:t>
            </a:r>
            <a:r>
              <a:rPr lang="ru-RU" dirty="0"/>
              <a:t> </a:t>
            </a:r>
            <a:r>
              <a:rPr lang="en-US" dirty="0"/>
              <a:t>Canvas (Hierarchy Shift) </a:t>
            </a:r>
            <a:r>
              <a:rPr lang="ru-RU" dirty="0" err="1"/>
              <a:t>повністю</a:t>
            </a:r>
            <a:r>
              <a:rPr lang="ru-RU" dirty="0"/>
              <a:t> </a:t>
            </a:r>
            <a:r>
              <a:rPr lang="ru-RU" dirty="0" err="1"/>
              <a:t>вирішила</a:t>
            </a:r>
            <a:r>
              <a:rPr lang="ru-RU" dirty="0"/>
              <a:t> проблему </a:t>
            </a:r>
            <a:r>
              <a:rPr lang="en-US" dirty="0"/>
              <a:t>Z-index </a:t>
            </a:r>
            <a:r>
              <a:rPr lang="ru-RU" dirty="0"/>
              <a:t>при </a:t>
            </a:r>
            <a:r>
              <a:rPr lang="ru-RU" dirty="0" err="1"/>
              <a:t>перетягуванні</a:t>
            </a:r>
            <a:r>
              <a:rPr lang="ru-RU" dirty="0"/>
              <a:t> </a:t>
            </a:r>
            <a:r>
              <a:rPr lang="ru-RU" dirty="0" err="1"/>
              <a:t>предметів</a:t>
            </a:r>
            <a:r>
              <a:rPr lang="ru-RU" dirty="0"/>
              <a:t>. </a:t>
            </a:r>
            <a:r>
              <a:rPr lang="ru-RU" dirty="0" err="1"/>
              <a:t>Ці</a:t>
            </a:r>
            <a:r>
              <a:rPr lang="ru-RU" dirty="0"/>
              <a:t> </a:t>
            </a:r>
            <a:r>
              <a:rPr lang="ru-RU" dirty="0" err="1"/>
              <a:t>рішення</a:t>
            </a:r>
            <a:r>
              <a:rPr lang="ru-RU" dirty="0"/>
              <a:t> </a:t>
            </a:r>
            <a:r>
              <a:rPr lang="ru-RU" dirty="0" err="1"/>
              <a:t>підтвердили</a:t>
            </a:r>
            <a:r>
              <a:rPr lang="ru-RU" dirty="0"/>
              <a:t> свою </a:t>
            </a:r>
            <a:r>
              <a:rPr lang="ru-RU" dirty="0" err="1"/>
              <a:t>ефективність</a:t>
            </a:r>
            <a:r>
              <a:rPr lang="ru-RU" dirty="0"/>
              <a:t> у </a:t>
            </a:r>
            <a:r>
              <a:rPr lang="ru-RU" dirty="0" err="1"/>
              <a:t>забезпеченні</a:t>
            </a:r>
            <a:r>
              <a:rPr lang="ru-RU" dirty="0"/>
              <a:t> </a:t>
            </a:r>
            <a:r>
              <a:rPr lang="ru-RU" dirty="0" err="1"/>
              <a:t>гнучкості</a:t>
            </a:r>
            <a:r>
              <a:rPr lang="ru-RU" dirty="0"/>
              <a:t> та </a:t>
            </a:r>
            <a:r>
              <a:rPr lang="ru-RU" dirty="0" err="1"/>
              <a:t>масштабованості</a:t>
            </a:r>
            <a:r>
              <a:rPr lang="ru-RU" dirty="0"/>
              <a:t> коду, </a:t>
            </a:r>
            <a:r>
              <a:rPr lang="ru-RU" dirty="0" err="1"/>
              <a:t>дозволяючи</a:t>
            </a:r>
            <a:r>
              <a:rPr lang="ru-RU" dirty="0"/>
              <a:t> легко </a:t>
            </a:r>
            <a:r>
              <a:rPr lang="ru-RU" dirty="0" err="1"/>
              <a:t>додавати</a:t>
            </a:r>
            <a:r>
              <a:rPr lang="ru-RU" dirty="0"/>
              <a:t> </a:t>
            </a:r>
            <a:r>
              <a:rPr lang="ru-RU" dirty="0" err="1"/>
              <a:t>нові</a:t>
            </a:r>
            <a:r>
              <a:rPr lang="ru-RU" dirty="0"/>
              <a:t> типи </a:t>
            </a:r>
            <a:r>
              <a:rPr lang="ru-RU" dirty="0" err="1"/>
              <a:t>магічних</a:t>
            </a:r>
            <a:r>
              <a:rPr lang="ru-RU" dirty="0"/>
              <a:t> </a:t>
            </a:r>
            <a:r>
              <a:rPr lang="ru-RU" dirty="0" err="1"/>
              <a:t>артефактів</a:t>
            </a:r>
            <a:r>
              <a:rPr lang="ru-RU" dirty="0"/>
              <a:t> без </a:t>
            </a:r>
            <a:r>
              <a:rPr lang="ru-RU" dirty="0" err="1"/>
              <a:t>переписування</a:t>
            </a:r>
            <a:r>
              <a:rPr lang="ru-RU" dirty="0"/>
              <a:t> </a:t>
            </a:r>
            <a:r>
              <a:rPr lang="ru-RU" dirty="0" err="1"/>
              <a:t>основної</a:t>
            </a:r>
            <a:r>
              <a:rPr lang="ru-RU" dirty="0"/>
              <a:t> </a:t>
            </a:r>
            <a:r>
              <a:rPr lang="ru-RU" dirty="0" err="1"/>
              <a:t>логіки</a:t>
            </a:r>
            <a:r>
              <a:rPr lang="ru-RU" dirty="0"/>
              <a:t>.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A6DED75-A946-DDFF-AF95-3BE8A0EA1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25.05.2026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417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578031-E7B4-729D-15A0-F0E98256E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Обмеження</a:t>
            </a:r>
            <a:r>
              <a:rPr lang="ru-RU" dirty="0"/>
              <a:t> та </a:t>
            </a:r>
            <a:r>
              <a:rPr lang="ru-RU" dirty="0" err="1"/>
              <a:t>недоліки</a:t>
            </a:r>
            <a:endParaRPr lang="ru-RU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55D6BB3-E372-29A6-1DF8-BF1830670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Незважаючи</a:t>
            </a:r>
            <a:r>
              <a:rPr lang="ru-RU" dirty="0"/>
              <a:t> на </a:t>
            </a:r>
            <a:r>
              <a:rPr lang="ru-RU" dirty="0" err="1"/>
              <a:t>успіх</a:t>
            </a:r>
            <a:r>
              <a:rPr lang="ru-RU" dirty="0"/>
              <a:t>, прототип </a:t>
            </a:r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певні</a:t>
            </a:r>
            <a:r>
              <a:rPr lang="ru-RU" dirty="0"/>
              <a:t> </a:t>
            </a:r>
            <a:r>
              <a:rPr lang="ru-RU" dirty="0" err="1"/>
              <a:t>обмеження</a:t>
            </a:r>
            <a:r>
              <a:rPr lang="ru-RU" dirty="0"/>
              <a:t>: система </a:t>
            </a:r>
            <a:r>
              <a:rPr lang="ru-RU" dirty="0" err="1"/>
              <a:t>збереження</a:t>
            </a:r>
            <a:r>
              <a:rPr lang="ru-RU" dirty="0"/>
              <a:t> </a:t>
            </a:r>
            <a:r>
              <a:rPr lang="ru-RU" dirty="0" err="1"/>
              <a:t>наразі</a:t>
            </a:r>
            <a:r>
              <a:rPr lang="ru-RU" dirty="0"/>
              <a:t> </a:t>
            </a:r>
            <a:r>
              <a:rPr lang="ru-RU" dirty="0" err="1"/>
              <a:t>охоплює</a:t>
            </a:r>
            <a:r>
              <a:rPr lang="ru-RU" dirty="0"/>
              <a:t> </a:t>
            </a:r>
            <a:r>
              <a:rPr lang="ru-RU" dirty="0" err="1"/>
              <a:t>лише</a:t>
            </a:r>
            <a:r>
              <a:rPr lang="ru-RU" dirty="0"/>
              <a:t> </a:t>
            </a:r>
            <a:r>
              <a:rPr lang="ru-RU" dirty="0" err="1"/>
              <a:t>інвентар</a:t>
            </a:r>
            <a:r>
              <a:rPr lang="ru-RU" dirty="0"/>
              <a:t>, </a:t>
            </a:r>
            <a:r>
              <a:rPr lang="ru-RU" dirty="0" err="1"/>
              <a:t>тоді</a:t>
            </a:r>
            <a:r>
              <a:rPr lang="ru-RU" dirty="0"/>
              <a:t> як </a:t>
            </a:r>
            <a:r>
              <a:rPr lang="ru-RU" dirty="0" err="1"/>
              <a:t>позиції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 у </a:t>
            </a:r>
            <a:r>
              <a:rPr lang="ru-RU" dirty="0" err="1"/>
              <a:t>світі</a:t>
            </a:r>
            <a:r>
              <a:rPr lang="ru-RU" dirty="0"/>
              <a:t> </a:t>
            </a:r>
            <a:r>
              <a:rPr lang="ru-RU" dirty="0" err="1"/>
              <a:t>скидаються</a:t>
            </a:r>
            <a:r>
              <a:rPr lang="ru-RU" dirty="0"/>
              <a:t> при перезапуску. Також </a:t>
            </a:r>
            <a:r>
              <a:rPr lang="ru-RU" dirty="0" err="1"/>
              <a:t>дані</a:t>
            </a:r>
            <a:r>
              <a:rPr lang="ru-RU" dirty="0"/>
              <a:t> у </a:t>
            </a:r>
            <a:r>
              <a:rPr lang="en-US" dirty="0" err="1"/>
              <a:t>PlayerPrefs</a:t>
            </a:r>
            <a:r>
              <a:rPr lang="en-US" dirty="0"/>
              <a:t> </a:t>
            </a:r>
            <a:r>
              <a:rPr lang="ru-RU" dirty="0" err="1"/>
              <a:t>зберігаються</a:t>
            </a:r>
            <a:r>
              <a:rPr lang="ru-RU" dirty="0"/>
              <a:t> без </a:t>
            </a:r>
            <a:r>
              <a:rPr lang="ru-RU" dirty="0" err="1"/>
              <a:t>шифрування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користувачеві</a:t>
            </a:r>
            <a:r>
              <a:rPr lang="ru-RU" dirty="0"/>
              <a:t> </a:t>
            </a:r>
            <a:r>
              <a:rPr lang="ru-RU" dirty="0" err="1"/>
              <a:t>редагувати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зовні</a:t>
            </a:r>
            <a:r>
              <a:rPr lang="ru-RU" dirty="0"/>
              <a:t>. </a:t>
            </a:r>
            <a:r>
              <a:rPr lang="ru-RU" dirty="0" err="1"/>
              <a:t>Відсутність</a:t>
            </a:r>
            <a:r>
              <a:rPr lang="ru-RU" dirty="0"/>
              <a:t> </a:t>
            </a:r>
            <a:r>
              <a:rPr lang="ru-RU" dirty="0" err="1"/>
              <a:t>вбудованої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 </a:t>
            </a:r>
            <a:r>
              <a:rPr lang="ru-RU" dirty="0" err="1"/>
              <a:t>локалізації</a:t>
            </a:r>
            <a:r>
              <a:rPr lang="ru-RU" dirty="0"/>
              <a:t> та синхронна </a:t>
            </a:r>
            <a:r>
              <a:rPr lang="ru-RU" dirty="0" err="1"/>
              <a:t>генерація</a:t>
            </a:r>
            <a:r>
              <a:rPr lang="ru-RU" dirty="0"/>
              <a:t> </a:t>
            </a:r>
            <a:r>
              <a:rPr lang="ru-RU" dirty="0" err="1"/>
              <a:t>дуже</a:t>
            </a:r>
            <a:r>
              <a:rPr lang="ru-RU" dirty="0"/>
              <a:t> великих зон (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викликати</a:t>
            </a:r>
            <a:r>
              <a:rPr lang="ru-RU" dirty="0"/>
              <a:t> </a:t>
            </a:r>
            <a:r>
              <a:rPr lang="ru-RU" dirty="0" err="1"/>
              <a:t>мікрофризи</a:t>
            </a:r>
            <a:r>
              <a:rPr lang="ru-RU" dirty="0"/>
              <a:t>) є векторами для </a:t>
            </a:r>
            <a:r>
              <a:rPr lang="ru-RU" dirty="0" err="1"/>
              <a:t>подальшого</a:t>
            </a:r>
            <a:r>
              <a:rPr lang="ru-RU" dirty="0"/>
              <a:t> </a:t>
            </a:r>
            <a:r>
              <a:rPr lang="ru-RU" dirty="0" err="1"/>
              <a:t>вдосконалення</a:t>
            </a:r>
            <a:r>
              <a:rPr lang="ru-RU" dirty="0"/>
              <a:t>.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D2E8A73-6038-484E-7A4E-A71F6A1BB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25.05.2026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420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B7E10A-6E50-71D7-539F-70AF7ACDB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Впровадження</a:t>
            </a:r>
            <a:r>
              <a:rPr lang="ru-RU" dirty="0"/>
              <a:t> та </a:t>
            </a:r>
            <a:r>
              <a:rPr lang="ru-RU" dirty="0" err="1"/>
              <a:t>дистрибуція</a:t>
            </a:r>
            <a:r>
              <a:rPr lang="ru-RU" dirty="0"/>
              <a:t> (</a:t>
            </a:r>
            <a:r>
              <a:rPr lang="en-US" dirty="0"/>
              <a:t>GOG)</a:t>
            </a:r>
            <a:endParaRPr lang="ru-RU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3FFA5F2-B609-0A30-AA5A-44A00C5D5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</a:t>
            </a:r>
            <a:r>
              <a:rPr lang="ru-RU" dirty="0" err="1"/>
              <a:t>розповсюдження</a:t>
            </a:r>
            <a:r>
              <a:rPr lang="ru-RU" dirty="0"/>
              <a:t> </a:t>
            </a:r>
            <a:r>
              <a:rPr lang="ru-RU" dirty="0" err="1"/>
              <a:t>гри</a:t>
            </a:r>
            <a:r>
              <a:rPr lang="ru-RU" dirty="0"/>
              <a:t> </a:t>
            </a:r>
            <a:r>
              <a:rPr lang="ru-RU" dirty="0" err="1"/>
              <a:t>обрано</a:t>
            </a:r>
            <a:r>
              <a:rPr lang="ru-RU" dirty="0"/>
              <a:t> платформу </a:t>
            </a:r>
            <a:r>
              <a:rPr lang="en-US" dirty="0"/>
              <a:t>GOG (Good Old Games).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рішення</a:t>
            </a:r>
            <a:r>
              <a:rPr lang="ru-RU" dirty="0"/>
              <a:t> </a:t>
            </a:r>
            <a:r>
              <a:rPr lang="ru-RU" dirty="0" err="1"/>
              <a:t>зумовлене</a:t>
            </a:r>
            <a:r>
              <a:rPr lang="ru-RU" dirty="0"/>
              <a:t> </a:t>
            </a:r>
            <a:r>
              <a:rPr lang="ru-RU" dirty="0" err="1"/>
              <a:t>політикою</a:t>
            </a:r>
            <a:r>
              <a:rPr lang="ru-RU" dirty="0"/>
              <a:t> </a:t>
            </a:r>
            <a:r>
              <a:rPr lang="en-US" dirty="0"/>
              <a:t>DRM-Free, </a:t>
            </a:r>
            <a:r>
              <a:rPr lang="ru-RU" dirty="0"/>
              <a:t>яка </a:t>
            </a:r>
            <a:r>
              <a:rPr lang="ru-RU" dirty="0" err="1"/>
              <a:t>ідеально</a:t>
            </a:r>
            <a:r>
              <a:rPr lang="ru-RU" dirty="0"/>
              <a:t> </a:t>
            </a:r>
            <a:r>
              <a:rPr lang="ru-RU" dirty="0" err="1"/>
              <a:t>підходить</a:t>
            </a:r>
            <a:r>
              <a:rPr lang="ru-RU" dirty="0"/>
              <a:t> для </a:t>
            </a:r>
            <a:r>
              <a:rPr lang="ru-RU" dirty="0" err="1"/>
              <a:t>одиночної</a:t>
            </a:r>
            <a:r>
              <a:rPr lang="ru-RU" dirty="0"/>
              <a:t> </a:t>
            </a:r>
            <a:r>
              <a:rPr lang="ru-RU" dirty="0" err="1"/>
              <a:t>інді-гри</a:t>
            </a:r>
            <a:r>
              <a:rPr lang="ru-RU" dirty="0"/>
              <a:t>, та лояльною </a:t>
            </a:r>
            <a:r>
              <a:rPr lang="ru-RU" dirty="0" err="1"/>
              <a:t>аудиторією</a:t>
            </a:r>
            <a:r>
              <a:rPr lang="ru-RU" dirty="0"/>
              <a:t> </a:t>
            </a:r>
            <a:r>
              <a:rPr lang="ru-RU" dirty="0" err="1"/>
              <a:t>шанувальників</a:t>
            </a:r>
            <a:r>
              <a:rPr lang="ru-RU" dirty="0"/>
              <a:t> </a:t>
            </a:r>
            <a:r>
              <a:rPr lang="ru-RU" dirty="0" err="1"/>
              <a:t>класичних</a:t>
            </a:r>
            <a:r>
              <a:rPr lang="ru-RU" dirty="0"/>
              <a:t> </a:t>
            </a:r>
            <a:r>
              <a:rPr lang="en-US" dirty="0"/>
              <a:t>RPG. </a:t>
            </a:r>
            <a:r>
              <a:rPr lang="ru-RU" dirty="0" err="1"/>
              <a:t>Стратегія</a:t>
            </a:r>
            <a:r>
              <a:rPr lang="ru-RU" dirty="0"/>
              <a:t> </a:t>
            </a:r>
            <a:r>
              <a:rPr lang="ru-RU" dirty="0" err="1"/>
              <a:t>впровадження</a:t>
            </a:r>
            <a:r>
              <a:rPr lang="ru-RU" dirty="0"/>
              <a:t> </a:t>
            </a:r>
            <a:r>
              <a:rPr lang="ru-RU" dirty="0" err="1"/>
              <a:t>передбачає</a:t>
            </a:r>
            <a:r>
              <a:rPr lang="ru-RU" dirty="0"/>
              <a:t> </a:t>
            </a:r>
            <a:r>
              <a:rPr lang="ru-RU" dirty="0" err="1"/>
              <a:t>випуск</a:t>
            </a:r>
            <a:r>
              <a:rPr lang="ru-RU" dirty="0"/>
              <a:t> демо-</a:t>
            </a:r>
            <a:r>
              <a:rPr lang="ru-RU" dirty="0" err="1"/>
              <a:t>версії</a:t>
            </a:r>
            <a:r>
              <a:rPr lang="ru-RU" dirty="0"/>
              <a:t> для </a:t>
            </a:r>
            <a:r>
              <a:rPr lang="ru-RU" dirty="0" err="1"/>
              <a:t>збору</a:t>
            </a:r>
            <a:r>
              <a:rPr lang="ru-RU" dirty="0"/>
              <a:t> </a:t>
            </a:r>
            <a:r>
              <a:rPr lang="ru-RU" dirty="0" err="1"/>
              <a:t>зворотного</a:t>
            </a:r>
            <a:r>
              <a:rPr lang="ru-RU" dirty="0"/>
              <a:t> </a:t>
            </a:r>
            <a:r>
              <a:rPr lang="ru-RU" dirty="0" err="1"/>
              <a:t>зв'язку</a:t>
            </a:r>
            <a:r>
              <a:rPr lang="ru-RU" dirty="0"/>
              <a:t> через </a:t>
            </a:r>
            <a:r>
              <a:rPr lang="ru-RU" dirty="0" err="1"/>
              <a:t>аналітику</a:t>
            </a:r>
            <a:r>
              <a:rPr lang="ru-RU" dirty="0"/>
              <a:t> та онлайн-</a:t>
            </a:r>
            <a:r>
              <a:rPr lang="ru-RU" dirty="0" err="1"/>
              <a:t>анкети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дозволить </a:t>
            </a:r>
            <a:r>
              <a:rPr lang="ru-RU" dirty="0" err="1"/>
              <a:t>збалансувати</a:t>
            </a:r>
            <a:r>
              <a:rPr lang="ru-RU" dirty="0"/>
              <a:t> </a:t>
            </a:r>
            <a:r>
              <a:rPr lang="ru-RU" dirty="0" err="1"/>
              <a:t>складність</a:t>
            </a:r>
            <a:r>
              <a:rPr lang="ru-RU" dirty="0"/>
              <a:t> </a:t>
            </a:r>
            <a:r>
              <a:rPr lang="ru-RU" dirty="0" err="1"/>
              <a:t>магічних</a:t>
            </a:r>
            <a:r>
              <a:rPr lang="ru-RU" dirty="0"/>
              <a:t> </a:t>
            </a:r>
            <a:r>
              <a:rPr lang="ru-RU" dirty="0" err="1"/>
              <a:t>біомів</a:t>
            </a:r>
            <a:r>
              <a:rPr lang="ru-RU" dirty="0"/>
              <a:t> перед </a:t>
            </a:r>
            <a:r>
              <a:rPr lang="ru-RU" dirty="0" err="1"/>
              <a:t>релізом</a:t>
            </a:r>
            <a:r>
              <a:rPr lang="ru-RU" dirty="0"/>
              <a:t>.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79A81A4-BF71-CA3B-5D18-50FFB0A7E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25.05.2026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53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BDAF53-C4F6-CB8E-CAAE-0177BA7C5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Висновки</a:t>
            </a:r>
            <a:endParaRPr lang="ru-RU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4920683-0DF3-6F84-ED1D-B46E30B8E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 </a:t>
            </a:r>
            <a:r>
              <a:rPr lang="ru-RU" dirty="0" err="1"/>
              <a:t>ході</a:t>
            </a:r>
            <a:r>
              <a:rPr lang="ru-RU" dirty="0"/>
              <a:t> </a:t>
            </a:r>
            <a:r>
              <a:rPr lang="ru-RU" dirty="0" err="1"/>
              <a:t>виконання</a:t>
            </a:r>
            <a:r>
              <a:rPr lang="ru-RU" dirty="0"/>
              <a:t> </a:t>
            </a:r>
            <a:r>
              <a:rPr lang="ru-RU" dirty="0" err="1"/>
              <a:t>роботи</a:t>
            </a:r>
            <a:r>
              <a:rPr lang="ru-RU" dirty="0"/>
              <a:t> </a:t>
            </a:r>
            <a:r>
              <a:rPr lang="ru-RU" dirty="0" err="1"/>
              <a:t>розроблено</a:t>
            </a:r>
            <a:r>
              <a:rPr lang="ru-RU" dirty="0"/>
              <a:t> </a:t>
            </a:r>
            <a:r>
              <a:rPr lang="ru-RU" dirty="0" err="1"/>
              <a:t>функціональний</a:t>
            </a:r>
            <a:r>
              <a:rPr lang="ru-RU" dirty="0"/>
              <a:t> прототип «</a:t>
            </a:r>
            <a:r>
              <a:rPr lang="en-US" dirty="0"/>
              <a:t>Magic Universe»,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підтвердив</a:t>
            </a:r>
            <a:r>
              <a:rPr lang="ru-RU" dirty="0"/>
              <a:t> </a:t>
            </a:r>
            <a:r>
              <a:rPr lang="ru-RU" dirty="0" err="1"/>
              <a:t>життєздатність</a:t>
            </a:r>
            <a:r>
              <a:rPr lang="ru-RU" dirty="0"/>
              <a:t> </a:t>
            </a:r>
            <a:r>
              <a:rPr lang="ru-RU" dirty="0" err="1"/>
              <a:t>обраних</a:t>
            </a:r>
            <a:r>
              <a:rPr lang="ru-RU" dirty="0"/>
              <a:t> </a:t>
            </a:r>
            <a:r>
              <a:rPr lang="ru-RU" dirty="0" err="1"/>
              <a:t>алгоритмів</a:t>
            </a:r>
            <a:r>
              <a:rPr lang="ru-RU" dirty="0"/>
              <a:t> </a:t>
            </a:r>
            <a:r>
              <a:rPr lang="ru-RU" dirty="0" err="1"/>
              <a:t>процедурної</a:t>
            </a:r>
            <a:r>
              <a:rPr lang="ru-RU" dirty="0"/>
              <a:t> </a:t>
            </a:r>
            <a:r>
              <a:rPr lang="ru-RU" dirty="0" err="1"/>
              <a:t>генерації</a:t>
            </a:r>
            <a:r>
              <a:rPr lang="ru-RU" dirty="0"/>
              <a:t> та </a:t>
            </a:r>
            <a:r>
              <a:rPr lang="ru-RU" dirty="0" err="1"/>
              <a:t>архітектурних</a:t>
            </a:r>
            <a:r>
              <a:rPr lang="ru-RU" dirty="0"/>
              <a:t> </a:t>
            </a:r>
            <a:r>
              <a:rPr lang="ru-RU" dirty="0" err="1"/>
              <a:t>рішень</a:t>
            </a:r>
            <a:r>
              <a:rPr lang="ru-RU" dirty="0"/>
              <a:t>. Створено </a:t>
            </a:r>
            <a:r>
              <a:rPr lang="ru-RU" dirty="0" err="1"/>
              <a:t>гнучку</a:t>
            </a:r>
            <a:r>
              <a:rPr lang="ru-RU" dirty="0"/>
              <a:t> систему </a:t>
            </a:r>
            <a:r>
              <a:rPr lang="ru-RU" dirty="0" err="1"/>
              <a:t>управління</a:t>
            </a:r>
            <a:r>
              <a:rPr lang="ru-RU" dirty="0"/>
              <a:t> </a:t>
            </a:r>
            <a:r>
              <a:rPr lang="ru-RU" dirty="0" err="1"/>
              <a:t>магічними</a:t>
            </a:r>
            <a:r>
              <a:rPr lang="ru-RU" dirty="0"/>
              <a:t> ресурсами та </a:t>
            </a:r>
            <a:r>
              <a:rPr lang="ru-RU" dirty="0" err="1"/>
              <a:t>впроваджено</a:t>
            </a:r>
            <a:r>
              <a:rPr lang="ru-RU" dirty="0"/>
              <a:t> </a:t>
            </a:r>
            <a:r>
              <a:rPr lang="ru-RU" dirty="0" err="1"/>
              <a:t>механізми</a:t>
            </a:r>
            <a:r>
              <a:rPr lang="ru-RU" dirty="0"/>
              <a:t> </a:t>
            </a:r>
            <a:r>
              <a:rPr lang="ru-RU" dirty="0" err="1"/>
              <a:t>оптимізації</a:t>
            </a:r>
            <a:r>
              <a:rPr lang="ru-RU" dirty="0"/>
              <a:t> </a:t>
            </a:r>
            <a:r>
              <a:rPr lang="ru-RU" dirty="0" err="1"/>
              <a:t>пам'яті</a:t>
            </a:r>
            <a:r>
              <a:rPr lang="ru-RU" dirty="0"/>
              <a:t>. </a:t>
            </a:r>
            <a:r>
              <a:rPr lang="ru-RU" dirty="0" err="1"/>
              <a:t>Результати</a:t>
            </a:r>
            <a:r>
              <a:rPr lang="ru-RU" dirty="0"/>
              <a:t> </a:t>
            </a:r>
            <a:r>
              <a:rPr lang="ru-RU" dirty="0" err="1"/>
              <a:t>проєкту</a:t>
            </a:r>
            <a:r>
              <a:rPr lang="ru-RU" dirty="0"/>
              <a:t> </a:t>
            </a:r>
            <a:r>
              <a:rPr lang="ru-RU" dirty="0" err="1"/>
              <a:t>створюють</a:t>
            </a:r>
            <a:r>
              <a:rPr lang="ru-RU" dirty="0"/>
              <a:t> </a:t>
            </a:r>
            <a:r>
              <a:rPr lang="ru-RU" dirty="0" err="1"/>
              <a:t>міцний</a:t>
            </a:r>
            <a:r>
              <a:rPr lang="ru-RU" dirty="0"/>
              <a:t> </a:t>
            </a:r>
            <a:r>
              <a:rPr lang="ru-RU" dirty="0" err="1"/>
              <a:t>технічний</a:t>
            </a:r>
            <a:r>
              <a:rPr lang="ru-RU" dirty="0"/>
              <a:t> фундамент для </a:t>
            </a:r>
            <a:r>
              <a:rPr lang="ru-RU" dirty="0" err="1"/>
              <a:t>перетворення</a:t>
            </a:r>
            <a:r>
              <a:rPr lang="ru-RU" dirty="0"/>
              <a:t> прототипу на </a:t>
            </a:r>
            <a:r>
              <a:rPr lang="ru-RU" dirty="0" err="1"/>
              <a:t>повноцінний</a:t>
            </a:r>
            <a:r>
              <a:rPr lang="ru-RU" dirty="0"/>
              <a:t> </a:t>
            </a:r>
            <a:r>
              <a:rPr lang="ru-RU" dirty="0" err="1"/>
              <a:t>комерційний</a:t>
            </a:r>
            <a:r>
              <a:rPr lang="ru-RU" dirty="0"/>
              <a:t> продукт у </a:t>
            </a:r>
            <a:r>
              <a:rPr lang="ru-RU" dirty="0" err="1"/>
              <a:t>жанрі</a:t>
            </a:r>
            <a:r>
              <a:rPr lang="ru-RU" dirty="0"/>
              <a:t> </a:t>
            </a:r>
            <a:r>
              <a:rPr lang="en-US" dirty="0"/>
              <a:t>action-RPG.</a:t>
            </a:r>
          </a:p>
          <a:p>
            <a:endParaRPr lang="ru-RU" dirty="0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0AA211F-042E-E7D0-49CA-D5550023C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25.05.2026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53929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ие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995_TF56160789" id="{80AA9D2D-EE59-4148-A11E-A51EEE828B28}" vid="{AEAFD717-D3C8-4034-8F7E-D5220B0CCEB8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{1CCC6D71-67E3-469D-B3BA-6941D54F8EBB}TFf0a5ceae-4542-492d-822e-d65a94fb0e1e19154062_win32-8070a709061f</Template>
  <TotalTime>4</TotalTime>
  <Words>621</Words>
  <Application>Microsoft Office PowerPoint</Application>
  <PresentationFormat>Широкий екран</PresentationFormat>
  <Paragraphs>32</Paragraphs>
  <Slides>11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11</vt:i4>
      </vt:variant>
    </vt:vector>
  </HeadingPairs>
  <TitlesOfParts>
    <vt:vector size="15" baseType="lpstr">
      <vt:lpstr>Bookman Old Style</vt:lpstr>
      <vt:lpstr>Calibri</vt:lpstr>
      <vt:lpstr>Franklin Gothic Book</vt:lpstr>
      <vt:lpstr>Пользовательские</vt:lpstr>
      <vt:lpstr>Курсовий проєкт на тему: «Magic Universe»</vt:lpstr>
      <vt:lpstr>Актуальність та мета розробки</vt:lpstr>
      <vt:lpstr>Програмна архітектура та технології</vt:lpstr>
      <vt:lpstr>Система управління інвентарем</vt:lpstr>
      <vt:lpstr>Процедурна генерація ландшафту</vt:lpstr>
      <vt:lpstr>Алгоритм розміщення об'єктів (Біоми)</vt:lpstr>
      <vt:lpstr>Аналіз відповідності вимогам</vt:lpstr>
      <vt:lpstr>Ефективність прийнятих рішень</vt:lpstr>
      <vt:lpstr>Обмеження та недоліки</vt:lpstr>
      <vt:lpstr>Впровадження та дистрибуція (GOG)</vt:lpstr>
      <vt:lpstr>Висновки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Герман Кузнецов</dc:creator>
  <cp:lastModifiedBy>Герман Кузнецов</cp:lastModifiedBy>
  <cp:revision>1</cp:revision>
  <dcterms:created xsi:type="dcterms:W3CDTF">2026-05-25T19:42:29Z</dcterms:created>
  <dcterms:modified xsi:type="dcterms:W3CDTF">2026-05-25T19:46:47Z</dcterms:modified>
</cp:coreProperties>
</file>